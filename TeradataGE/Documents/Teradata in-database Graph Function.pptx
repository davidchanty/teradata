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ags/tag1.xml" ContentType="application/vnd.openxmlformats-officedocument.presentationml.tags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12" r:id="rId4"/>
    <p:sldMasterId id="2147483788" r:id="rId5"/>
    <p:sldMasterId id="2147484063" r:id="rId6"/>
  </p:sldMasterIdLst>
  <p:notesMasterIdLst>
    <p:notesMasterId r:id="rId17"/>
  </p:notesMasterIdLst>
  <p:sldIdLst>
    <p:sldId id="256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Inter" panose="02000503000000020004" pitchFamily="2" charset="0"/>
      <p:regular r:id="rId18"/>
      <p:bold r:id="rId19"/>
    </p:embeddedFont>
    <p:embeddedFont>
      <p:font typeface="Inter Italic" panose="020B0604020202020204" charset="0"/>
      <p:regular r:id="rId20"/>
      <p:bold r:id="rId21"/>
      <p:italic r:id="rId22"/>
      <p:boldItalic r:id="rId23"/>
    </p:embeddedFont>
    <p:embeddedFont>
      <p:font typeface="Inter Light" panose="02000503000000020004" pitchFamily="2" charset="0"/>
      <p:regular r:id="rId24"/>
    </p:embeddedFont>
    <p:embeddedFont>
      <p:font typeface="Inter SemiBold" panose="02000503000000020004" pitchFamily="2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3D6306-2E13-5D63-4506-DD1C3F55E11A}" name="Galvez, Marianna" initials="GM" userId="S::marianna.galvez@teradata.com::3504c309-6431-451c-a7a8-eecdf1dc659b" providerId="AD"/>
  <p188:author id="{E90DAC06-E18C-F556-705D-D40CC9F27C65}" name="Panda, Debjani" initials="" userId="S::debjani.panda@teradata.com::dac1c9d4-edaa-4fef-aebc-3abcf94d78e2" providerId="AD"/>
  <p188:author id="{BAC29D12-AD45-C22D-9E5C-503E781E8819}" name="Barreda, Sebastian" initials="BS" userId="S::sebastian.barreda@teradata.com::bdeaa503-4a14-42d1-b395-0627e001a49a" providerId="AD"/>
  <p188:author id="{D07AFD29-9CD2-F8C3-6375-CB5A3914F120}" name="Jessani, Robin" initials="RJ" userId="S::robin.jessani@teradata.com::9031e7f0-00e1-46ef-90f1-889a42d1a756" providerId="AD"/>
  <p188:author id="{EDC0B176-8015-9D22-32CB-9000DB184DC0}" name="Tonnu, Chanel" initials="TC" userId="S::chanel.tonnu@teradata.com::61a813fe-4542-4c19-9d27-76c17f660d12" providerId="AD"/>
  <p188:author id="{3C212281-420E-6D33-6421-B88C7513C3F1}" name="Schoen, Josh" initials="JS" userId="S::josh.schoen@teradata.com::93e39cdc-39f8-435b-83fa-7a8429b94ea8" providerId="AD"/>
  <p188:author id="{49483095-9CC3-A76B-B3A0-1E0208A82BC3}" name="Haggerty-Villa, Michael" initials="HM" userId="S::michael.haggerty-villa@teradata.com::15ee4ae4-3062-47a0-9f33-45a5a20ae296" providerId="AD"/>
  <p188:author id="{593D9AA8-45CD-7C73-C933-861695CE165E}" name="Esquillon, Jacyn" initials="JE" userId="S::jacyn.esquillon2@teradata.com::7eed3497-18d1-4a02-8f81-249a21cd3ea3" providerId="AD"/>
  <p188:author id="{F8E9DBAA-F2C5-7DFE-87EA-AE177C611679}" name="Barreda, Sebastian" initials="SB" userId="S::Sebastian.Barreda@Teradata.com::bdeaa503-4a14-42d1-b395-0627e001a49a" providerId="AD"/>
  <p188:author id="{3304F3E1-E8C5-C819-7B00-9B47C406B0B6}" name="Twogood, Chris" initials="" userId="S::chris.twogood@teradata.com::a7653def-3f83-41f1-9c02-1ae23ee79d8d" providerId="AD"/>
  <p188:author id="{EB9A63E8-449E-EF74-6FEB-08E5FB19876F}" name="Stane, Danielle" initials="DS" userId="S::danielle.stane@teradata.com::aad27f56-6d09-4431-b31b-e71f06eb108c" providerId="AD"/>
  <p188:author id="{B39855F3-CD75-40B6-079C-F474A678BA5C}" name="Gornick, Kelly" initials="KG" userId="S::kelly.gornick@teradata.com::ea954a2b-d42e-439b-9202-cf4da627930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E42E14-8791-4EF4-B798-B71DC74B11DE}" v="2" dt="2026-04-21T05:30:50"/>
    <p1510:client id="{692D97C8-9E29-F647-BC54-BE417DDF641F}" v="3" dt="2026-04-21T13:35:13.7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34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4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da, Debjani" userId="dac1c9d4-edaa-4fef-aebc-3abcf94d78e2" providerId="ADAL" clId="{AD62A96B-D827-572C-8C89-32E74CBA7DAA}"/>
    <pc:docChg chg="addSld delSld modSld sldOrd delMainMaster">
      <pc:chgData name="Panda, Debjani" userId="dac1c9d4-edaa-4fef-aebc-3abcf94d78e2" providerId="ADAL" clId="{AD62A96B-D827-572C-8C89-32E74CBA7DAA}" dt="2026-04-21T13:35:22.795" v="60" actId="14100"/>
      <pc:docMkLst>
        <pc:docMk/>
      </pc:docMkLst>
      <pc:sldChg chg="modSp mod">
        <pc:chgData name="Panda, Debjani" userId="dac1c9d4-edaa-4fef-aebc-3abcf94d78e2" providerId="ADAL" clId="{AD62A96B-D827-572C-8C89-32E74CBA7DAA}" dt="2026-04-21T02:47:14.248" v="40" actId="14100"/>
        <pc:sldMkLst>
          <pc:docMk/>
          <pc:sldMk cId="2248754344" sldId="256"/>
        </pc:sldMkLst>
        <pc:spChg chg="mod">
          <ac:chgData name="Panda, Debjani" userId="dac1c9d4-edaa-4fef-aebc-3abcf94d78e2" providerId="ADAL" clId="{AD62A96B-D827-572C-8C89-32E74CBA7DAA}" dt="2026-04-21T02:47:14.248" v="40" actId="14100"/>
          <ac:spMkLst>
            <pc:docMk/>
            <pc:sldMk cId="2248754344" sldId="256"/>
            <ac:spMk id="5" creationId="{4A38D2F2-4C42-D20F-2CC8-2CDF9EA21067}"/>
          </ac:spMkLst>
        </pc:spChg>
      </pc:sldChg>
      <pc:sldChg chg="del">
        <pc:chgData name="Panda, Debjani" userId="dac1c9d4-edaa-4fef-aebc-3abcf94d78e2" providerId="ADAL" clId="{AD62A96B-D827-572C-8C89-32E74CBA7DAA}" dt="2026-04-21T02:50:46.120" v="41" actId="2696"/>
        <pc:sldMkLst>
          <pc:docMk/>
          <pc:sldMk cId="4025600583" sldId="257"/>
        </pc:sldMkLst>
      </pc:sldChg>
      <pc:sldChg chg="del">
        <pc:chgData name="Panda, Debjani" userId="dac1c9d4-edaa-4fef-aebc-3abcf94d78e2" providerId="ADAL" clId="{AD62A96B-D827-572C-8C89-32E74CBA7DAA}" dt="2026-04-21T02:51:06.447" v="45" actId="2696"/>
        <pc:sldMkLst>
          <pc:docMk/>
          <pc:sldMk cId="1244512387" sldId="269"/>
        </pc:sldMkLst>
      </pc:sldChg>
      <pc:sldChg chg="modTransition">
        <pc:chgData name="Panda, Debjani" userId="dac1c9d4-edaa-4fef-aebc-3abcf94d78e2" providerId="ADAL" clId="{AD62A96B-D827-572C-8C89-32E74CBA7DAA}" dt="2026-04-21T02:54:48.390" v="57"/>
        <pc:sldMkLst>
          <pc:docMk/>
          <pc:sldMk cId="373261572" sldId="318"/>
        </pc:sldMkLst>
      </pc:sldChg>
      <pc:sldChg chg="add">
        <pc:chgData name="Panda, Debjani" userId="dac1c9d4-edaa-4fef-aebc-3abcf94d78e2" providerId="ADAL" clId="{AD62A96B-D827-572C-8C89-32E74CBA7DAA}" dt="2026-04-21T02:55:20.035" v="58"/>
        <pc:sldMkLst>
          <pc:docMk/>
          <pc:sldMk cId="0" sldId="390"/>
        </pc:sldMkLst>
      </pc:sldChg>
      <pc:sldChg chg="add ord">
        <pc:chgData name="Panda, Debjani" userId="dac1c9d4-edaa-4fef-aebc-3abcf94d78e2" providerId="ADAL" clId="{AD62A96B-D827-572C-8C89-32E74CBA7DAA}" dt="2026-04-21T02:51:27.023" v="47" actId="20578"/>
        <pc:sldMkLst>
          <pc:docMk/>
          <pc:sldMk cId="1923278129" sldId="2147483133"/>
        </pc:sldMkLst>
      </pc:sldChg>
      <pc:sldChg chg="del">
        <pc:chgData name="Panda, Debjani" userId="dac1c9d4-edaa-4fef-aebc-3abcf94d78e2" providerId="ADAL" clId="{AD62A96B-D827-572C-8C89-32E74CBA7DAA}" dt="2026-04-21T02:51:06.382" v="43" actId="2696"/>
        <pc:sldMkLst>
          <pc:docMk/>
          <pc:sldMk cId="3519595727" sldId="2147483534"/>
        </pc:sldMkLst>
      </pc:sldChg>
      <pc:sldChg chg="del">
        <pc:chgData name="Panda, Debjani" userId="dac1c9d4-edaa-4fef-aebc-3abcf94d78e2" providerId="ADAL" clId="{AD62A96B-D827-572C-8C89-32E74CBA7DAA}" dt="2026-04-21T02:54:41.927" v="56" actId="2696"/>
        <pc:sldMkLst>
          <pc:docMk/>
          <pc:sldMk cId="3637984330" sldId="2147483558"/>
        </pc:sldMkLst>
      </pc:sldChg>
      <pc:sldChg chg="del">
        <pc:chgData name="Panda, Debjani" userId="dac1c9d4-edaa-4fef-aebc-3abcf94d78e2" providerId="ADAL" clId="{AD62A96B-D827-572C-8C89-32E74CBA7DAA}" dt="2026-04-21T02:54:20.764" v="54" actId="2696"/>
        <pc:sldMkLst>
          <pc:docMk/>
          <pc:sldMk cId="919326576" sldId="2147483564"/>
        </pc:sldMkLst>
      </pc:sldChg>
      <pc:sldChg chg="del">
        <pc:chgData name="Panda, Debjani" userId="dac1c9d4-edaa-4fef-aebc-3abcf94d78e2" providerId="ADAL" clId="{AD62A96B-D827-572C-8C89-32E74CBA7DAA}" dt="2026-04-21T02:51:06.427" v="44" actId="2696"/>
        <pc:sldMkLst>
          <pc:docMk/>
          <pc:sldMk cId="2840941583" sldId="2147483565"/>
        </pc:sldMkLst>
      </pc:sldChg>
      <pc:sldChg chg="modTransition">
        <pc:chgData name="Panda, Debjani" userId="dac1c9d4-edaa-4fef-aebc-3abcf94d78e2" providerId="ADAL" clId="{AD62A96B-D827-572C-8C89-32E74CBA7DAA}" dt="2026-04-21T02:54:00.624" v="53"/>
        <pc:sldMkLst>
          <pc:docMk/>
          <pc:sldMk cId="1814560862" sldId="2147483567"/>
        </pc:sldMkLst>
      </pc:sldChg>
      <pc:sldChg chg="modTransition">
        <pc:chgData name="Panda, Debjani" userId="dac1c9d4-edaa-4fef-aebc-3abcf94d78e2" providerId="ADAL" clId="{AD62A96B-D827-572C-8C89-32E74CBA7DAA}" dt="2026-04-21T02:54:48.390" v="57"/>
        <pc:sldMkLst>
          <pc:docMk/>
          <pc:sldMk cId="17594218" sldId="2147483568"/>
        </pc:sldMkLst>
      </pc:sldChg>
      <pc:sldChg chg="modTransition">
        <pc:chgData name="Panda, Debjani" userId="dac1c9d4-edaa-4fef-aebc-3abcf94d78e2" providerId="ADAL" clId="{AD62A96B-D827-572C-8C89-32E74CBA7DAA}" dt="2026-04-21T02:54:48.390" v="57"/>
        <pc:sldMkLst>
          <pc:docMk/>
          <pc:sldMk cId="1924013966" sldId="2147483570"/>
        </pc:sldMkLst>
      </pc:sldChg>
      <pc:sldChg chg="addSp modSp new mod modAnim">
        <pc:chgData name="Panda, Debjani" userId="dac1c9d4-edaa-4fef-aebc-3abcf94d78e2" providerId="ADAL" clId="{AD62A96B-D827-572C-8C89-32E74CBA7DAA}" dt="2026-04-21T13:35:22.795" v="60" actId="14100"/>
        <pc:sldMkLst>
          <pc:docMk/>
          <pc:sldMk cId="329916988" sldId="2147483571"/>
        </pc:sldMkLst>
        <pc:spChg chg="mod">
          <ac:chgData name="Panda, Debjani" userId="dac1c9d4-edaa-4fef-aebc-3abcf94d78e2" providerId="ADAL" clId="{AD62A96B-D827-572C-8C89-32E74CBA7DAA}" dt="2026-04-21T02:52:51.351" v="52" actId="20577"/>
          <ac:spMkLst>
            <pc:docMk/>
            <pc:sldMk cId="329916988" sldId="2147483571"/>
            <ac:spMk id="4" creationId="{0EEB6F71-DF1E-7544-29A3-E9964545771D}"/>
          </ac:spMkLst>
        </pc:spChg>
        <pc:picChg chg="add mod">
          <ac:chgData name="Panda, Debjani" userId="dac1c9d4-edaa-4fef-aebc-3abcf94d78e2" providerId="ADAL" clId="{AD62A96B-D827-572C-8C89-32E74CBA7DAA}" dt="2026-04-21T13:35:22.795" v="60" actId="14100"/>
          <ac:picMkLst>
            <pc:docMk/>
            <pc:sldMk cId="329916988" sldId="2147483571"/>
            <ac:picMk id="5" creationId="{ADC4A185-E5C2-589F-A963-4597477CC1D7}"/>
          </ac:picMkLst>
        </pc:picChg>
      </pc:sldChg>
      <pc:sldMasterChg chg="del">
        <pc:chgData name="Panda, Debjani" userId="dac1c9d4-edaa-4fef-aebc-3abcf94d78e2" providerId="ADAL" clId="{AD62A96B-D827-572C-8C89-32E74CBA7DAA}" dt="2026-04-21T02:51:06.480" v="46" actId="2696"/>
        <pc:sldMasterMkLst>
          <pc:docMk/>
          <pc:sldMasterMk cId="1040132950" sldId="2147484116"/>
        </pc:sldMasterMkLst>
      </pc:sldMasterChg>
      <pc:sldMasterChg chg="del">
        <pc:chgData name="Panda, Debjani" userId="dac1c9d4-edaa-4fef-aebc-3abcf94d78e2" providerId="ADAL" clId="{AD62A96B-D827-572C-8C89-32E74CBA7DAA}" dt="2026-04-21T02:54:20.793" v="55" actId="2696"/>
        <pc:sldMasterMkLst>
          <pc:docMk/>
          <pc:sldMasterMk cId="2349440107" sldId="2147484253"/>
        </pc:sldMasterMkLst>
      </pc:sldMasterChg>
    </pc:docChg>
  </pc:docChgLst>
  <pc:docChgLst>
    <pc:chgData name="Gornick, Kelly" userId="ea954a2b-d42e-439b-9202-cf4da627930b" providerId="ADAL" clId="{E3E3F7F0-E353-4278-BF37-B9848408E006}"/>
    <pc:docChg chg="modSld">
      <pc:chgData name="Gornick, Kelly" userId="ea954a2b-d42e-439b-9202-cf4da627930b" providerId="ADAL" clId="{E3E3F7F0-E353-4278-BF37-B9848408E006}" dt="2026-04-21T05:30:50" v="1" actId="14100"/>
      <pc:docMkLst>
        <pc:docMk/>
      </pc:docMkLst>
      <pc:sldChg chg="addSp modSp mod modAnim">
        <pc:chgData name="Gornick, Kelly" userId="ea954a2b-d42e-439b-9202-cf4da627930b" providerId="ADAL" clId="{E3E3F7F0-E353-4278-BF37-B9848408E006}" dt="2026-04-21T05:30:50" v="1" actId="14100"/>
        <pc:sldMkLst>
          <pc:docMk/>
          <pc:sldMk cId="329916988" sldId="2147483571"/>
        </pc:sldMkLst>
        <pc:picChg chg="add mod">
          <ac:chgData name="Gornick, Kelly" userId="ea954a2b-d42e-439b-9202-cf4da627930b" providerId="ADAL" clId="{E3E3F7F0-E353-4278-BF37-B9848408E006}" dt="2026-04-21T05:30:50" v="1" actId="14100"/>
          <ac:picMkLst>
            <pc:docMk/>
            <pc:sldMk cId="329916988" sldId="2147483571"/>
            <ac:picMk id="5" creationId="{035998D7-EDAD-5A55-BAF6-D36D10C0AA3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A9760-4214-184B-88B6-DECC70BC21F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F4E3E-4C27-ED46-9C74-DC02E66A34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17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 and good morning/afternoon everyone, and welcome to today's session on…..</a:t>
            </a:r>
            <a:r>
              <a:rPr lang="en-US" sz="1200"/>
              <a:t>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I’m ……</a:t>
            </a: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with me is …..</a:t>
            </a:r>
            <a:b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excited to share how …….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Let’s take a quick look at what we have planned for today’s session.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F4E3E-4C27-ED46-9C74-DC02E66A34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16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4B306-0FB4-488E-B7F2-0EA5BB4C8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C2027-F2BD-4A85-841A-67924FED66E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5712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D374-8593-D977-CADC-F77C72A61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617AB-3649-FF59-42CD-E6C5E5FD6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94981-B053-814A-C952-72621CA23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CADB9-912D-199E-91EB-A46C503E0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C2027-F2BD-4A85-841A-67924FED66E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5579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AE755-F716-4F0E-02B9-5CA0461AB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7DDD4-4C73-0D7B-F055-7EC78AF60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DC7949-471B-8DCE-0BB4-24F8F7A33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C8278-F29C-96B4-4C64-C57919392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C2027-F2BD-4A85-841A-67924FED66E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067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A5405-F62C-DCF8-8FA3-7FC357337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ECF9B-8A00-A7A0-39BA-0874605B0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B7FDD4-8C69-F969-AC54-3B12B2A66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AF3D8-A953-1CFF-DCD0-82791D30D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C2027-F2BD-4A85-841A-67924FED66E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969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A61B4-1381-3C02-9CDC-43A4CA9DB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97347-84AA-F7E5-8C53-CED1864B5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05054-5998-2102-2694-2B17A7E67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69A540-4CD0-518A-4CC7-14E3AF410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C2027-F2BD-4A85-841A-67924FED66E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017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927FC-47A8-11FC-74EF-F7317EFB0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316954-9A20-1FB1-D755-CDA7D00CD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6F56A-5B5B-4026-1DC8-77CD7C6A2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813EB-EEBE-9226-5D09-8D50DD1493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C2027-F2BD-4A85-841A-67924FED66E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6769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FCAC0-BE78-4CEE-534A-CB5B3CC72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1C62D-1226-665D-86A3-A264DAC10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2122C-2203-6AA7-5DD1-A22847530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58C54-6BBD-9D74-498B-C14350E0E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C2027-F2BD-4A85-841A-67924FED66E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2807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E831E-734E-1C4A-EAA7-9028A33F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8AC852-F6ED-B4AB-42CF-8A0682826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FA095-EF31-2923-0724-3F62315C1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88BB6-5638-2485-C7E8-DFAD16DDA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D5117-8DFB-40F9-B28C-62B8D74E43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9186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09A41-2297-D66D-9010-44BD75BFF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F3034-E1E3-2C0E-6661-C5E7B531D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1103D-3EF9-AFFD-749C-1BCF21389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DD730-9A8E-F998-5069-0BBC4B4114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D5117-8DFB-40F9-B28C-62B8D74E43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24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">
            <a:extLst>
              <a:ext uri="{FF2B5EF4-FFF2-40B4-BE49-F238E27FC236}">
                <a16:creationId xmlns:a16="http://schemas.microsoft.com/office/drawing/2014/main" id="{3E78A975-D9E4-6041-AA60-E8C7B6D1C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25" y="214222"/>
            <a:ext cx="6121948" cy="6643777"/>
          </a:xfrm>
          <a:prstGeom prst="rect">
            <a:avLst/>
          </a:prstGeom>
        </p:spPr>
      </p:pic>
      <p:pic>
        <p:nvPicPr>
          <p:cNvPr id="13" name="Logo">
            <a:extLst>
              <a:ext uri="{FF2B5EF4-FFF2-40B4-BE49-F238E27FC236}">
                <a16:creationId xmlns:a16="http://schemas.microsoft.com/office/drawing/2014/main" id="{E9B987B8-285B-5041-A418-9686A7AD8B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449EF775-5584-E946-8938-205B2DC9BE28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2026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854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8022572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">
            <a:extLst>
              <a:ext uri="{FF2B5EF4-FFF2-40B4-BE49-F238E27FC236}">
                <a16:creationId xmlns:a16="http://schemas.microsoft.com/office/drawing/2014/main" id="{3E78A975-D9E4-6041-AA60-E8C7B6D1C5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25" y="214222"/>
            <a:ext cx="6121948" cy="6643777"/>
          </a:xfrm>
          <a:prstGeom prst="rect">
            <a:avLst/>
          </a:prstGeom>
        </p:spPr>
      </p:pic>
      <p:pic>
        <p:nvPicPr>
          <p:cNvPr id="13" name="Logo">
            <a:extLst>
              <a:ext uri="{FF2B5EF4-FFF2-40B4-BE49-F238E27FC236}">
                <a16:creationId xmlns:a16="http://schemas.microsoft.com/office/drawing/2014/main" id="{E9B987B8-285B-5041-A418-9686A7AD8B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449EF775-5584-E946-8938-205B2DC9BE28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854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707365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>
            <a:extLst>
              <a:ext uri="{FF2B5EF4-FFF2-40B4-BE49-F238E27FC236}">
                <a16:creationId xmlns:a16="http://schemas.microsoft.com/office/drawing/2014/main" id="{4373D2C2-60ED-7E43-A7C3-9D90356E22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14" y="209305"/>
            <a:ext cx="6126480" cy="6648695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CE55F7B1-D281-5C48-BE07-26F5DCA33A3A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3927745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D027DA4B-BB50-5B44-AAC8-29A80E8F43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>
            <a:extLst>
              <a:ext uri="{FF2B5EF4-FFF2-40B4-BE49-F238E27FC236}">
                <a16:creationId xmlns:a16="http://schemas.microsoft.com/office/drawing/2014/main" id="{E9B987B8-285B-5041-A418-9686A7AD8B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2E1003F7-D320-D84C-8648-5474103055AE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854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66928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11543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C18DF2D9-8DB2-C549-808A-795EE47210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2335F0AE-35E3-3D43-BDE0-31F539CB56B2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66928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054306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">
            <a:extLst>
              <a:ext uri="{FF2B5EF4-FFF2-40B4-BE49-F238E27FC236}">
                <a16:creationId xmlns:a16="http://schemas.microsoft.com/office/drawing/2014/main" id="{DCEE08B8-98A2-6041-8ED3-C67B4A3756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3" y="1"/>
            <a:ext cx="5638800" cy="6858000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A9EC951A-35E5-134F-B201-57C4BB12D59B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494920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081A83-1FE8-E246-B362-5906D64143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Select this picture placeholder, </a:t>
            </a:r>
            <a:br>
              <a:rPr lang="en-US"/>
            </a:br>
            <a:r>
              <a:rPr lang="en-US"/>
              <a:t>then go to Insert tab &gt; Pictures to add picture.</a:t>
            </a:r>
            <a:br>
              <a:rPr lang="en-US"/>
            </a:br>
            <a:r>
              <a:rPr lang="en-US"/>
              <a:t>Date, title, subtitle, logo and footer must sit on top of picture.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41FFC39-2928-CA48-8709-BDF1EF263D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841" y="5926796"/>
            <a:ext cx="1946270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5C3B9F17-1AB3-A64F-B165-6C83BAD13AC6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1943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038600"/>
            <a:ext cx="8229600" cy="1905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5504736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F908098F-1E23-7048-8F41-75E5158D0F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7" name="Copyright">
            <a:extLst>
              <a:ext uri="{FF2B5EF4-FFF2-40B4-BE49-F238E27FC236}">
                <a16:creationId xmlns:a16="http://schemas.microsoft.com/office/drawing/2014/main" id="{AD1DA9DB-956D-A643-A5A0-324AAA43577C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2026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5029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8229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4162322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8 Ink-Sa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FFDCB7D5-4250-F147-B722-235B618178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7" name="Copyright">
            <a:extLst>
              <a:ext uri="{FF2B5EF4-FFF2-40B4-BE49-F238E27FC236}">
                <a16:creationId xmlns:a16="http://schemas.microsoft.com/office/drawing/2014/main" id="{C6FE68ED-BCA3-1F41-BB1B-DA6009CC06AA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5029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8229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695373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382000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61D8D1-F10E-8A4D-83FE-BCC274C274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2438400"/>
            <a:ext cx="83820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117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556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29358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360000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7119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552297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2D5405-67A0-AD4D-A4B8-BA2CE7E55A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10300" y="2438400"/>
            <a:ext cx="55245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3743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360000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6A561-E823-ED00-53A1-11B10BBF8FE5}"/>
              </a:ext>
            </a:extLst>
          </p:cNvPr>
          <p:cNvSpPr txBox="1"/>
          <p:nvPr userDrawn="1"/>
        </p:nvSpPr>
        <p:spPr>
          <a:xfrm>
            <a:off x="2161309" y="636962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212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265176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F1CC4E4-8B4D-FF44-8B8B-C41860B786F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6924" y="2438400"/>
            <a:ext cx="2647315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FCB5A8-8D5E-8D44-A724-08344A21D5F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10300" y="2438400"/>
            <a:ext cx="264922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1E9A39-BF26-6444-9BA2-3061D16FEB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86850" y="2438400"/>
            <a:ext cx="264795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67477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-1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744537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5958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-2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20200" y="6286500"/>
            <a:ext cx="2057400" cy="365759"/>
          </a:xfrm>
        </p:spPr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7437438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3659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06699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E98C1-843F-DE90-5967-75A554A0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96BE7-6152-F277-5551-119903D3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50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8016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hrive Graphic">
            <a:extLst>
              <a:ext uri="{FF2B5EF4-FFF2-40B4-BE49-F238E27FC236}">
                <a16:creationId xmlns:a16="http://schemas.microsoft.com/office/drawing/2014/main" id="{E7BCFBB9-51AF-6643-BD24-EFB26F46D3F8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93876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1DD06E22-8F8E-6F49-91FB-6A22C2BB9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hrive Graphic ">
            <a:extLst>
              <a:ext uri="{FF2B5EF4-FFF2-40B4-BE49-F238E27FC236}">
                <a16:creationId xmlns:a16="http://schemas.microsoft.com/office/drawing/2014/main" id="{4255D18E-1050-9F4C-8214-959B55FEBA06}"/>
              </a:ext>
            </a:extLst>
          </p:cNvPr>
          <p:cNvSpPr/>
          <p:nvPr userDrawn="1"/>
        </p:nvSpPr>
        <p:spPr>
          <a:xfrm>
            <a:off x="0" y="1028700"/>
            <a:ext cx="9382578" cy="5829300"/>
          </a:xfrm>
          <a:custGeom>
            <a:avLst/>
            <a:gdLst>
              <a:gd name="connsiteX0" fmla="*/ 0 w 9382578"/>
              <a:gd name="connsiteY0" fmla="*/ 0 h 5829300"/>
              <a:gd name="connsiteX1" fmla="*/ 6467928 w 9382578"/>
              <a:gd name="connsiteY1" fmla="*/ 0 h 5829300"/>
              <a:gd name="connsiteX2" fmla="*/ 6568225 w 9382578"/>
              <a:gd name="connsiteY2" fmla="*/ 0 h 5829300"/>
              <a:gd name="connsiteX3" fmla="*/ 6568225 w 9382578"/>
              <a:gd name="connsiteY3" fmla="*/ 2536 h 5829300"/>
              <a:gd name="connsiteX4" fmla="*/ 6617916 w 9382578"/>
              <a:gd name="connsiteY4" fmla="*/ 3793 h 5829300"/>
              <a:gd name="connsiteX5" fmla="*/ 9382578 w 9382578"/>
              <a:gd name="connsiteY5" fmla="*/ 2914650 h 5829300"/>
              <a:gd name="connsiteX6" fmla="*/ 6617916 w 9382578"/>
              <a:gd name="connsiteY6" fmla="*/ 5825508 h 5829300"/>
              <a:gd name="connsiteX7" fmla="*/ 6568225 w 9382578"/>
              <a:gd name="connsiteY7" fmla="*/ 5826764 h 5829300"/>
              <a:gd name="connsiteX8" fmla="*/ 6568225 w 9382578"/>
              <a:gd name="connsiteY8" fmla="*/ 5829300 h 5829300"/>
              <a:gd name="connsiteX9" fmla="*/ 6467928 w 9382578"/>
              <a:gd name="connsiteY9" fmla="*/ 5829300 h 5829300"/>
              <a:gd name="connsiteX10" fmla="*/ 0 w 9382578"/>
              <a:gd name="connsiteY10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82578" h="5829300">
                <a:moveTo>
                  <a:pt x="0" y="0"/>
                </a:moveTo>
                <a:lnTo>
                  <a:pt x="6467928" y="0"/>
                </a:lnTo>
                <a:lnTo>
                  <a:pt x="6568225" y="0"/>
                </a:lnTo>
                <a:lnTo>
                  <a:pt x="6568225" y="2536"/>
                </a:lnTo>
                <a:lnTo>
                  <a:pt x="6617916" y="3793"/>
                </a:lnTo>
                <a:cubicBezTo>
                  <a:pt x="8157929" y="81856"/>
                  <a:pt x="9382578" y="1355237"/>
                  <a:pt x="9382578" y="2914650"/>
                </a:cubicBezTo>
                <a:cubicBezTo>
                  <a:pt x="9382578" y="4474064"/>
                  <a:pt x="8157929" y="5747444"/>
                  <a:pt x="6617916" y="5825508"/>
                </a:cubicBezTo>
                <a:lnTo>
                  <a:pt x="6568225" y="5826764"/>
                </a:lnTo>
                <a:lnTo>
                  <a:pt x="6568225" y="5829300"/>
                </a:lnTo>
                <a:lnTo>
                  <a:pt x="6467928" y="5829300"/>
                </a:lnTo>
                <a:lnTo>
                  <a:pt x="0" y="5829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66489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97177028-EC0C-E347-99BF-345A1F498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hrive Graphic ">
            <a:extLst>
              <a:ext uri="{FF2B5EF4-FFF2-40B4-BE49-F238E27FC236}">
                <a16:creationId xmlns:a16="http://schemas.microsoft.com/office/drawing/2014/main" id="{4255D18E-1050-9F4C-8214-959B55FEBA06}"/>
              </a:ext>
            </a:extLst>
          </p:cNvPr>
          <p:cNvSpPr/>
          <p:nvPr userDrawn="1"/>
        </p:nvSpPr>
        <p:spPr>
          <a:xfrm>
            <a:off x="0" y="1028700"/>
            <a:ext cx="9382578" cy="5829300"/>
          </a:xfrm>
          <a:custGeom>
            <a:avLst/>
            <a:gdLst>
              <a:gd name="connsiteX0" fmla="*/ 0 w 9382578"/>
              <a:gd name="connsiteY0" fmla="*/ 0 h 5829300"/>
              <a:gd name="connsiteX1" fmla="*/ 6467928 w 9382578"/>
              <a:gd name="connsiteY1" fmla="*/ 0 h 5829300"/>
              <a:gd name="connsiteX2" fmla="*/ 6568225 w 9382578"/>
              <a:gd name="connsiteY2" fmla="*/ 0 h 5829300"/>
              <a:gd name="connsiteX3" fmla="*/ 6568225 w 9382578"/>
              <a:gd name="connsiteY3" fmla="*/ 2536 h 5829300"/>
              <a:gd name="connsiteX4" fmla="*/ 6617916 w 9382578"/>
              <a:gd name="connsiteY4" fmla="*/ 3793 h 5829300"/>
              <a:gd name="connsiteX5" fmla="*/ 9382578 w 9382578"/>
              <a:gd name="connsiteY5" fmla="*/ 2914650 h 5829300"/>
              <a:gd name="connsiteX6" fmla="*/ 6617916 w 9382578"/>
              <a:gd name="connsiteY6" fmla="*/ 5825508 h 5829300"/>
              <a:gd name="connsiteX7" fmla="*/ 6568225 w 9382578"/>
              <a:gd name="connsiteY7" fmla="*/ 5826764 h 5829300"/>
              <a:gd name="connsiteX8" fmla="*/ 6568225 w 9382578"/>
              <a:gd name="connsiteY8" fmla="*/ 5829300 h 5829300"/>
              <a:gd name="connsiteX9" fmla="*/ 6467928 w 9382578"/>
              <a:gd name="connsiteY9" fmla="*/ 5829300 h 5829300"/>
              <a:gd name="connsiteX10" fmla="*/ 0 w 9382578"/>
              <a:gd name="connsiteY10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82578" h="5829300">
                <a:moveTo>
                  <a:pt x="0" y="0"/>
                </a:moveTo>
                <a:lnTo>
                  <a:pt x="6467928" y="0"/>
                </a:lnTo>
                <a:lnTo>
                  <a:pt x="6568225" y="0"/>
                </a:lnTo>
                <a:lnTo>
                  <a:pt x="6568225" y="2536"/>
                </a:lnTo>
                <a:lnTo>
                  <a:pt x="6617916" y="3793"/>
                </a:lnTo>
                <a:cubicBezTo>
                  <a:pt x="8157929" y="81856"/>
                  <a:pt x="9382578" y="1355237"/>
                  <a:pt x="9382578" y="2914650"/>
                </a:cubicBezTo>
                <a:cubicBezTo>
                  <a:pt x="9382578" y="4474064"/>
                  <a:pt x="8157929" y="5747444"/>
                  <a:pt x="6617916" y="5825508"/>
                </a:cubicBezTo>
                <a:lnTo>
                  <a:pt x="6568225" y="5826764"/>
                </a:lnTo>
                <a:lnTo>
                  <a:pt x="6568225" y="5829300"/>
                </a:lnTo>
                <a:lnTo>
                  <a:pt x="6467928" y="5829300"/>
                </a:lnTo>
                <a:lnTo>
                  <a:pt x="0" y="5829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98183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hrive Graphic">
            <a:extLst>
              <a:ext uri="{FF2B5EF4-FFF2-40B4-BE49-F238E27FC236}">
                <a16:creationId xmlns:a16="http://schemas.microsoft.com/office/drawing/2014/main" id="{E1F63B42-0D22-8E40-915C-0A49F423A783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38731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1DD06E22-8F8E-6F49-91FB-6A22C2BB9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hrive Graphic">
            <a:extLst>
              <a:ext uri="{FF2B5EF4-FFF2-40B4-BE49-F238E27FC236}">
                <a16:creationId xmlns:a16="http://schemas.microsoft.com/office/drawing/2014/main" id="{F71C0FC7-7931-054F-84D3-8BE1CC005B86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74080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97177028-EC0C-E347-99BF-345A1F498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hrive Graphic">
            <a:extLst>
              <a:ext uri="{FF2B5EF4-FFF2-40B4-BE49-F238E27FC236}">
                <a16:creationId xmlns:a16="http://schemas.microsoft.com/office/drawing/2014/main" id="{E7BCFBB9-51AF-6643-BD24-EFB26F46D3F8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04869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hrive Graphic">
            <a:extLst>
              <a:ext uri="{FF2B5EF4-FFF2-40B4-BE49-F238E27FC236}">
                <a16:creationId xmlns:a16="http://schemas.microsoft.com/office/drawing/2014/main" id="{E7BCFBB9-51AF-6643-BD24-EFB26F46D3F8}"/>
              </a:ext>
            </a:extLst>
          </p:cNvPr>
          <p:cNvSpPr/>
          <p:nvPr userDrawn="1"/>
        </p:nvSpPr>
        <p:spPr>
          <a:xfrm>
            <a:off x="0" y="287482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4619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>
            <a:extLst>
              <a:ext uri="{FF2B5EF4-FFF2-40B4-BE49-F238E27FC236}">
                <a16:creationId xmlns:a16="http://schemas.microsoft.com/office/drawing/2014/main" id="{95B33452-B753-4847-AFFD-EB80EE67789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B44C3-B81B-1748-8142-3F68F78EF526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581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38734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9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6130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B1B5F96B-3AB6-BD46-8483-736A5B16B0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hrive Graphic">
            <a:extLst>
              <a:ext uri="{FF2B5EF4-FFF2-40B4-BE49-F238E27FC236}">
                <a16:creationId xmlns:a16="http://schemas.microsoft.com/office/drawing/2014/main" id="{6825D9C4-C0DB-A944-85D9-5DFDB1D34DF9}"/>
              </a:ext>
            </a:extLst>
          </p:cNvPr>
          <p:cNvSpPr/>
          <p:nvPr userDrawn="1"/>
        </p:nvSpPr>
        <p:spPr>
          <a:xfrm>
            <a:off x="0" y="297873"/>
            <a:ext cx="9634648" cy="6858000"/>
          </a:xfrm>
          <a:custGeom>
            <a:avLst/>
            <a:gdLst>
              <a:gd name="connsiteX0" fmla="*/ 0 w 9634648"/>
              <a:gd name="connsiteY0" fmla="*/ 0 h 6858000"/>
              <a:gd name="connsiteX1" fmla="*/ 6208684 w 9634648"/>
              <a:gd name="connsiteY1" fmla="*/ 0 h 6858000"/>
              <a:gd name="connsiteX2" fmla="*/ 6326576 w 9634648"/>
              <a:gd name="connsiteY2" fmla="*/ 0 h 6858000"/>
              <a:gd name="connsiteX3" fmla="*/ 6326576 w 9634648"/>
              <a:gd name="connsiteY3" fmla="*/ 2984 h 6858000"/>
              <a:gd name="connsiteX4" fmla="*/ 6384984 w 9634648"/>
              <a:gd name="connsiteY4" fmla="*/ 4462 h 6858000"/>
              <a:gd name="connsiteX5" fmla="*/ 9634648 w 9634648"/>
              <a:gd name="connsiteY5" fmla="*/ 3429000 h 6858000"/>
              <a:gd name="connsiteX6" fmla="*/ 6384984 w 9634648"/>
              <a:gd name="connsiteY6" fmla="*/ 6853539 h 6858000"/>
              <a:gd name="connsiteX7" fmla="*/ 6326576 w 9634648"/>
              <a:gd name="connsiteY7" fmla="*/ 6855017 h 6858000"/>
              <a:gd name="connsiteX8" fmla="*/ 6326576 w 9634648"/>
              <a:gd name="connsiteY8" fmla="*/ 6858000 h 6858000"/>
              <a:gd name="connsiteX9" fmla="*/ 6208684 w 9634648"/>
              <a:gd name="connsiteY9" fmla="*/ 6858000 h 6858000"/>
              <a:gd name="connsiteX10" fmla="*/ 0 w 9634648"/>
              <a:gd name="connsiteY10" fmla="*/ 6858000 h 6858000"/>
              <a:gd name="connsiteX11" fmla="*/ 0 w 9634648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634648" h="6858000">
                <a:moveTo>
                  <a:pt x="0" y="0"/>
                </a:moveTo>
                <a:lnTo>
                  <a:pt x="6208684" y="0"/>
                </a:lnTo>
                <a:lnTo>
                  <a:pt x="6326576" y="0"/>
                </a:lnTo>
                <a:lnTo>
                  <a:pt x="6326576" y="2984"/>
                </a:lnTo>
                <a:lnTo>
                  <a:pt x="6384984" y="4462"/>
                </a:lnTo>
                <a:cubicBezTo>
                  <a:pt x="8195160" y="96301"/>
                  <a:pt x="9634648" y="1594397"/>
                  <a:pt x="9634648" y="3429000"/>
                </a:cubicBezTo>
                <a:cubicBezTo>
                  <a:pt x="9634648" y="5263605"/>
                  <a:pt x="8195160" y="6761699"/>
                  <a:pt x="6384984" y="6853539"/>
                </a:cubicBezTo>
                <a:lnTo>
                  <a:pt x="6326576" y="6855017"/>
                </a:lnTo>
                <a:lnTo>
                  <a:pt x="6326576" y="6858000"/>
                </a:lnTo>
                <a:lnTo>
                  <a:pt x="62086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5836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4CC3BC-1300-4E44-AFB9-7802027ACC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AC426F-C752-2048-96A9-7917DEA1BB1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D396D53-E38B-2E46-AF4B-6EE035E0DCA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98AFCC-687C-664D-8B82-3388505C9C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5B425C-DFEC-B24E-81E8-935B9AFCCB8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28" name="Logo">
            <a:extLst>
              <a:ext uri="{FF2B5EF4-FFF2-40B4-BE49-F238E27FC236}">
                <a16:creationId xmlns:a16="http://schemas.microsoft.com/office/drawing/2014/main" id="{17491D78-0FFD-B442-8059-31DEAF559E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4DDDE9E-5920-B943-8B4E-ECD67EA24B7F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53298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B1B5F96B-3AB6-BD46-8483-736A5B16B0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hrive Graphic">
            <a:extLst>
              <a:ext uri="{FF2B5EF4-FFF2-40B4-BE49-F238E27FC236}">
                <a16:creationId xmlns:a16="http://schemas.microsoft.com/office/drawing/2014/main" id="{6825D9C4-C0DB-A944-85D9-5DFDB1D34DF9}"/>
              </a:ext>
            </a:extLst>
          </p:cNvPr>
          <p:cNvSpPr/>
          <p:nvPr userDrawn="1"/>
        </p:nvSpPr>
        <p:spPr>
          <a:xfrm>
            <a:off x="0" y="0"/>
            <a:ext cx="9634648" cy="6858000"/>
          </a:xfrm>
          <a:custGeom>
            <a:avLst/>
            <a:gdLst>
              <a:gd name="connsiteX0" fmla="*/ 0 w 9634648"/>
              <a:gd name="connsiteY0" fmla="*/ 0 h 6858000"/>
              <a:gd name="connsiteX1" fmla="*/ 6208684 w 9634648"/>
              <a:gd name="connsiteY1" fmla="*/ 0 h 6858000"/>
              <a:gd name="connsiteX2" fmla="*/ 6326576 w 9634648"/>
              <a:gd name="connsiteY2" fmla="*/ 0 h 6858000"/>
              <a:gd name="connsiteX3" fmla="*/ 6326576 w 9634648"/>
              <a:gd name="connsiteY3" fmla="*/ 2984 h 6858000"/>
              <a:gd name="connsiteX4" fmla="*/ 6384984 w 9634648"/>
              <a:gd name="connsiteY4" fmla="*/ 4462 h 6858000"/>
              <a:gd name="connsiteX5" fmla="*/ 9634648 w 9634648"/>
              <a:gd name="connsiteY5" fmla="*/ 3429000 h 6858000"/>
              <a:gd name="connsiteX6" fmla="*/ 6384984 w 9634648"/>
              <a:gd name="connsiteY6" fmla="*/ 6853539 h 6858000"/>
              <a:gd name="connsiteX7" fmla="*/ 6326576 w 9634648"/>
              <a:gd name="connsiteY7" fmla="*/ 6855017 h 6858000"/>
              <a:gd name="connsiteX8" fmla="*/ 6326576 w 9634648"/>
              <a:gd name="connsiteY8" fmla="*/ 6858000 h 6858000"/>
              <a:gd name="connsiteX9" fmla="*/ 6208684 w 9634648"/>
              <a:gd name="connsiteY9" fmla="*/ 6858000 h 6858000"/>
              <a:gd name="connsiteX10" fmla="*/ 0 w 9634648"/>
              <a:gd name="connsiteY10" fmla="*/ 6858000 h 6858000"/>
              <a:gd name="connsiteX11" fmla="*/ 0 w 9634648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634648" h="6858000">
                <a:moveTo>
                  <a:pt x="0" y="0"/>
                </a:moveTo>
                <a:lnTo>
                  <a:pt x="6208684" y="0"/>
                </a:lnTo>
                <a:lnTo>
                  <a:pt x="6326576" y="0"/>
                </a:lnTo>
                <a:lnTo>
                  <a:pt x="6326576" y="2984"/>
                </a:lnTo>
                <a:lnTo>
                  <a:pt x="6384984" y="4462"/>
                </a:lnTo>
                <a:cubicBezTo>
                  <a:pt x="8195160" y="96301"/>
                  <a:pt x="9634648" y="1594397"/>
                  <a:pt x="9634648" y="3429000"/>
                </a:cubicBezTo>
                <a:cubicBezTo>
                  <a:pt x="9634648" y="5263605"/>
                  <a:pt x="8195160" y="6761699"/>
                  <a:pt x="6384984" y="6853539"/>
                </a:cubicBezTo>
                <a:lnTo>
                  <a:pt x="6326576" y="6855017"/>
                </a:lnTo>
                <a:lnTo>
                  <a:pt x="6326576" y="6858000"/>
                </a:lnTo>
                <a:lnTo>
                  <a:pt x="62086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5836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28" name="Logo">
            <a:extLst>
              <a:ext uri="{FF2B5EF4-FFF2-40B4-BE49-F238E27FC236}">
                <a16:creationId xmlns:a16="http://schemas.microsoft.com/office/drawing/2014/main" id="{17491D78-0FFD-B442-8059-31DEAF559E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4DDDE9E-5920-B943-8B4E-ECD67EA24B7F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6ACB02-AB85-D0AA-C20A-04F3CC67D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80C798-D102-BEBD-05A1-C1800EA51DB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55FC265-7642-7ABF-043A-795E1578EC3C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0F8E016-ED74-96CC-29F8-98110E5E44E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7F829C2-622B-9A88-30E1-2209B625569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288F378-C54F-CE94-3F0D-134D193593A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9556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4CC3BC-1300-4E44-AFB9-7802027ACC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AC426F-C752-2048-96A9-7917DEA1BB1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349E73E-2AF7-0348-AB96-84D73F85CDE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86850" y="1752600"/>
            <a:ext cx="264795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D396D53-E38B-2E46-AF4B-6EE035E0DCA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98AFCC-687C-664D-8B82-3388505C9C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5B425C-DFEC-B24E-81E8-935B9AFCCB8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D940363-E143-3A43-A2DE-DA774B0DF21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9086850" y="3429000"/>
            <a:ext cx="264795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411576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0A0D82-461B-E54B-9189-CFAEE99C25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39E6DB29-927F-2944-8437-C2244235DF2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97363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0EE8E76B-76B8-7146-B8D3-52D66375311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175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806FAC1-EDBA-0048-80DF-50F1C8E45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1" i="0">
                <a:latin typeface="+mn-lt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>
                <a:latin typeface="+mn-lt"/>
              </a:defRPr>
            </a:lvl2pPr>
            <a:lvl3pPr marL="219456" indent="-109728">
              <a:spcAft>
                <a:spcPts val="400"/>
              </a:spcAft>
              <a:defRPr sz="1400">
                <a:latin typeface="+mn-lt"/>
              </a:defRPr>
            </a:lvl3pPr>
            <a:lvl4pPr marL="329184" indent="-109728">
              <a:spcAft>
                <a:spcPts val="400"/>
              </a:spcAft>
              <a:defRPr sz="1400">
                <a:latin typeface="+mn-lt"/>
              </a:defRPr>
            </a:lvl4pPr>
            <a:lvl5pPr>
              <a:spcAft>
                <a:spcPts val="600"/>
              </a:spcAft>
              <a:defRPr sz="1400">
                <a:latin typeface="+mn-lt"/>
              </a:defRPr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34985FE-79AD-5742-B9D2-00A4AE2CF29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294632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1" i="0">
                <a:latin typeface="+mn-lt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>
                <a:latin typeface="+mn-lt"/>
              </a:defRPr>
            </a:lvl2pPr>
            <a:lvl3pPr marL="219456" indent="-109728">
              <a:spcAft>
                <a:spcPts val="400"/>
              </a:spcAft>
              <a:defRPr sz="1400">
                <a:latin typeface="+mn-lt"/>
              </a:defRPr>
            </a:lvl3pPr>
            <a:lvl4pPr marL="329184" indent="-109728">
              <a:spcAft>
                <a:spcPts val="400"/>
              </a:spcAft>
              <a:defRPr sz="1400">
                <a:latin typeface="+mn-lt"/>
              </a:defRPr>
            </a:lvl4pPr>
            <a:lvl5pPr>
              <a:spcAft>
                <a:spcPts val="600"/>
              </a:spcAft>
              <a:defRPr sz="1400">
                <a:latin typeface="+mn-lt"/>
              </a:defRPr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FEA213B-A804-EB49-B44C-3AB2199109CF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132064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1" i="0">
                <a:latin typeface="+mn-lt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>
                <a:latin typeface="+mn-lt"/>
              </a:defRPr>
            </a:lvl2pPr>
            <a:lvl3pPr marL="219456" indent="-109728">
              <a:spcAft>
                <a:spcPts val="400"/>
              </a:spcAft>
              <a:defRPr sz="1400">
                <a:latin typeface="+mn-lt"/>
              </a:defRPr>
            </a:lvl3pPr>
            <a:lvl4pPr marL="329184" indent="-109728">
              <a:spcAft>
                <a:spcPts val="400"/>
              </a:spcAft>
              <a:defRPr sz="1400">
                <a:latin typeface="+mn-lt"/>
              </a:defRPr>
            </a:lvl4pPr>
            <a:lvl5pPr>
              <a:spcAft>
                <a:spcPts val="600"/>
              </a:spcAft>
              <a:defRPr sz="1400">
                <a:latin typeface="+mn-lt"/>
              </a:defRPr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0463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11B74FCF-9B30-9F48-8DD1-890FFF253A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403E45C-B304-2443-9005-D5021190F79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33375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612DF03A-89FC-0741-823D-DF7B23871DD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030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7">
            <a:extLst>
              <a:ext uri="{FF2B5EF4-FFF2-40B4-BE49-F238E27FC236}">
                <a16:creationId xmlns:a16="http://schemas.microsoft.com/office/drawing/2014/main" id="{31669BB4-D2F0-F745-A2EB-3A642B2DCC2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8685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57FFF7-9D6A-4F49-99C3-5E6DE4E160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70078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B46CD1BD-2AE3-B14F-BAC1-192A25CB9D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606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58961D3-B37C-8146-BC5F-AA6DBCDFC16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5134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13A5C6D-A904-5147-A595-DBC94D7A9D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32662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0E2D1B-BED7-2842-B31C-459A388153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720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0CA81593-D432-8141-A769-CEF3DE0EB4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33375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6629A84-6CF0-B743-82FC-7D911539433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1030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33128BF1-DB58-8D40-8F40-06513B4DC92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8685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Picture Placeholder 7">
            <a:extLst>
              <a:ext uri="{FF2B5EF4-FFF2-40B4-BE49-F238E27FC236}">
                <a16:creationId xmlns:a16="http://schemas.microsoft.com/office/drawing/2014/main" id="{50F78DE1-F202-5D47-BC77-3D87C5E7595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5720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16DF8498-9603-374A-BD3D-3D8ED3688F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3375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7">
            <a:extLst>
              <a:ext uri="{FF2B5EF4-FFF2-40B4-BE49-F238E27FC236}">
                <a16:creationId xmlns:a16="http://schemas.microsoft.com/office/drawing/2014/main" id="{0512A737-29F4-F047-8706-FD416E3B442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1030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6C3919F5-68FB-9645-981F-911B4761C5A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08685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BFB552EA-68D5-9C4E-84AF-1C457360253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70078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7301CD87-76A1-C040-9A0C-2B465D32A7B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7606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32B9C53B-81EB-A748-8D62-11E10A4C368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5134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9E73DF7C-BD9F-854D-99C4-EF0F911018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32662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FF2737-337F-C94C-8CCD-EDBBBF90CC9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5720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88EAB263-BD40-724A-A7AA-42191BC143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33375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FADB9B56-C8C2-D848-89F7-CADBC54BF4A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1030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80FC0408-4D63-7C42-A9B1-E9812ACFC3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08685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17590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09D6DA-954B-1B42-9E01-790184B814BA}"/>
              </a:ext>
            </a:extLst>
          </p:cNvPr>
          <p:cNvSpPr/>
          <p:nvPr userDrawn="1"/>
        </p:nvSpPr>
        <p:spPr>
          <a:xfrm>
            <a:off x="5029201" y="0"/>
            <a:ext cx="7162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5443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31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09D6DA-954B-1B42-9E01-790184B814BA}"/>
              </a:ext>
            </a:extLst>
          </p:cNvPr>
          <p:cNvSpPr/>
          <p:nvPr userDrawn="1"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28ACF708-566E-C246-9A0D-BD420C83F1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CFE5C-15A2-8449-899A-8B2C49FB660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2026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063547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31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FB51609D-079B-744D-9914-CAA56A3A35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">
            <a:extLst>
              <a:ext uri="{FF2B5EF4-FFF2-40B4-BE49-F238E27FC236}">
                <a16:creationId xmlns:a16="http://schemas.microsoft.com/office/drawing/2014/main" id="{02306B9D-59D8-854B-BEE8-759ECE12CF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9F526-BF97-8C44-8ADF-28371EBDC298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ED9E6-EB1C-E73A-696D-363D0EDB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bg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568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5ACBF0"/>
          </p15:clr>
        </p15:guide>
        <p15:guide id="3" orient="horz" pos="3744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35E8F714-7DBE-2749-B7B4-B1B3975363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">
            <a:extLst>
              <a:ext uri="{FF2B5EF4-FFF2-40B4-BE49-F238E27FC236}">
                <a16:creationId xmlns:a16="http://schemas.microsoft.com/office/drawing/2014/main" id="{02306B9D-59D8-854B-BEE8-759ECE12CF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8D448-20FF-C249-9C63-7D75BBF51067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2026 Teradata.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6F3D15C-A571-80E9-C4E0-FD79284231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bg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4229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4BDE5-C7DB-349E-37A6-8DE6D6C6D3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tx1"/>
                </a:solidFill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tx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4373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iv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C5F9323-B3A1-7744-B1A3-CDCD563AA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8800" y="419100"/>
            <a:ext cx="6553200" cy="55245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White shape mask must sit on top of picture.</a:t>
            </a:r>
            <a:br>
              <a:rPr lang="en-US"/>
            </a:br>
            <a:r>
              <a:rPr lang="en-US"/>
              <a:t>Footer and slide number must sit on top of mask.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5018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orient="horz" pos="26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iv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C5F9323-B3A1-7744-B1A3-CDCD563AA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19100"/>
            <a:ext cx="6553200" cy="55245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White shape mask must sit on top of picture.</a:t>
            </a:r>
            <a:br>
              <a:rPr lang="en-US"/>
            </a:br>
            <a:r>
              <a:rPr lang="en-US"/>
              <a:t>Logo and copyright must sit on top of mask.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0" y="266700"/>
            <a:ext cx="4876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28700"/>
            <a:ext cx="4876800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2438400"/>
            <a:ext cx="48768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9535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orient="horz" pos="264">
          <p15:clr>
            <a:srgbClr val="FBAE40"/>
          </p15:clr>
        </p15:guide>
        <p15:guide id="6" pos="432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7D07E77-0411-FC4A-9401-3228CD8735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67400" y="419100"/>
            <a:ext cx="6324600" cy="55245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26111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696">
          <p15:clr>
            <a:srgbClr val="FBAE40"/>
          </p15:clr>
        </p15:guide>
        <p15:guide id="5" orient="horz" pos="26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04229F-7C96-E144-9EC5-5BA3CB57DF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7401" y="0"/>
            <a:ext cx="63246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Footer and slide number must sit on top of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9809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696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2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04229F-7C96-E144-9EC5-5BA3CB57DF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7401" y="3426246"/>
            <a:ext cx="6324600" cy="3431754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Footer and slide number must sit on top of picture.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1E4F876-109F-C746-8262-163A57AC0A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67400" y="0"/>
            <a:ext cx="6324600" cy="3431754"/>
          </a:xfrm>
          <a:solidFill>
            <a:srgbClr val="888888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03836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69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-1/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752600"/>
            <a:ext cx="5638800" cy="41910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8E7EE35-D742-524A-B18B-1F699A726FE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1752600"/>
            <a:ext cx="5638800" cy="4191000"/>
          </a:xfrm>
          <a:solidFill>
            <a:srgbClr val="888888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2464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374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752600"/>
            <a:ext cx="11277600" cy="41910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5084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ign-off 2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1BE907B-31F9-8441-9957-FCD2A28333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52800"/>
            <a:ext cx="7955280" cy="151311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52998-C4DA-B44A-A9D0-02D8DAEBA0BF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latin typeface="+mn-lt"/>
              </a:rPr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4757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11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Eyebrow, title, logo, copyright, footer and slide number must sit on top of picture.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295FE9FB-224D-4A47-ADD8-17E2B1461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C18F0B-6718-DE42-B513-8000883024A4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13068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gn-off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55E79B8E-60AF-5A47-A76F-04EFD108A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ogo">
            <a:extLst>
              <a:ext uri="{FF2B5EF4-FFF2-40B4-BE49-F238E27FC236}">
                <a16:creationId xmlns:a16="http://schemas.microsoft.com/office/drawing/2014/main" id="{AA79CFCC-33AC-0949-B51B-B82B9F80B0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52800"/>
            <a:ext cx="7955280" cy="1513114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E400C-BA34-5E49-9FE5-A80D3832F6BE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324132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11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-off 2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1BE907B-31F9-8441-9957-FCD2A28333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52800"/>
            <a:ext cx="7955280" cy="151311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52998-C4DA-B44A-A9D0-02D8DAEBA0BF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35629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11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34EFF524-236A-5540-900C-A063FD5FA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987" y="2695720"/>
            <a:ext cx="4325018" cy="15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36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2 Ink-Sa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34EFF524-236A-5540-900C-A063FD5FA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987" y="2695720"/>
            <a:ext cx="4325018" cy="15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50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D40E-3BDF-834C-B342-0AACC13AA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482" y="395492"/>
            <a:ext cx="10515600" cy="715294"/>
          </a:xfrm>
        </p:spPr>
        <p:txBody>
          <a:bodyPr anchor="b">
            <a:noAutofit/>
          </a:bodyPr>
          <a:lstStyle>
            <a:lvl1pPr>
              <a:defRPr lang="en-US" b="1" smtClean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Page Title Placeholder </a:t>
            </a:r>
            <a:endParaRPr lang="en-US">
              <a:solidFill>
                <a:srgbClr val="F7884F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B08C61-4051-8945-8184-CE268C65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092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+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BE8CA-3E13-334A-A201-6659DA8D81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76072" y="1618488"/>
            <a:ext cx="11042904" cy="4591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E937F-9D16-AA4E-A097-12147F636C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C5214D-2102-3857-084E-5485D36B29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F4590C-C0A2-B49B-6322-D2D66DBC1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7948872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+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BE8CA-3E13-334A-A201-6659DA8D81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76072" y="1618488"/>
            <a:ext cx="11042904" cy="4591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42C2E6-3408-774A-97A2-68B486044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Title Placeholder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33C55D-5871-454C-8932-8253F61351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823572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04229F-7C96-E144-9EC5-5BA3CB57DF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7401" y="0"/>
            <a:ext cx="63246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Footer and slide number must sit on top of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830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696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8229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0050B3-7B61-3231-DC77-C2D464E404F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7200" y="495906"/>
            <a:ext cx="1206509" cy="39600"/>
            <a:chOff x="-471673" y="495300"/>
            <a:chExt cx="3229857" cy="106010"/>
          </a:xfrm>
        </p:grpSpPr>
        <p:sp>
          <p:nvSpPr>
            <p:cNvPr id="12" name="Rectangle: Rounded Corners 7">
              <a:extLst>
                <a:ext uri="{FF2B5EF4-FFF2-40B4-BE49-F238E27FC236}">
                  <a16:creationId xmlns:a16="http://schemas.microsoft.com/office/drawing/2014/main" id="{369806B7-A9B0-DD02-1157-E6BE67338341}"/>
                </a:ext>
              </a:extLst>
            </p:cNvPr>
            <p:cNvSpPr/>
            <p:nvPr/>
          </p:nvSpPr>
          <p:spPr>
            <a:xfrm>
              <a:off x="-471673" y="495300"/>
              <a:ext cx="3041374" cy="106010"/>
            </a:xfrm>
            <a:prstGeom prst="roundRect">
              <a:avLst>
                <a:gd name="adj" fmla="val 50000"/>
              </a:avLst>
            </a:prstGeom>
            <a:solidFill>
              <a:srgbClr val="FF5F0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233C"/>
                </a:solidFill>
                <a:effectLst/>
                <a:uLnTx/>
                <a:uFillTx/>
                <a:latin typeface="Inter Italic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C5C8DD0-CEC0-B591-7D2E-989FA9782A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54059" y="495300"/>
              <a:ext cx="104125" cy="106010"/>
            </a:xfrm>
            <a:prstGeom prst="ellipse">
              <a:avLst/>
            </a:prstGeom>
            <a:solidFill>
              <a:srgbClr val="FF5F0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t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233C"/>
                </a:solidFill>
                <a:effectLst/>
                <a:uLnTx/>
                <a:uFillTx/>
                <a:latin typeface="Inter Italic"/>
                <a:ea typeface="+mn-ea"/>
                <a:cs typeface="+mn-cs"/>
              </a:endParaRPr>
            </a:p>
          </p:txBody>
        </p:sp>
      </p:grpSp>
      <p:sp>
        <p:nvSpPr>
          <p:cNvPr id="15" name="Eyebrow">
            <a:extLst>
              <a:ext uri="{FF2B5EF4-FFF2-40B4-BE49-F238E27FC236}">
                <a16:creationId xmlns:a16="http://schemas.microsoft.com/office/drawing/2014/main" id="{6EB04B01-67C8-AB7C-16AE-B07DC3BBBFE9}"/>
              </a:ext>
            </a:extLst>
          </p:cNvPr>
          <p:cNvSpPr txBox="1">
            <a:spLocks/>
          </p:cNvSpPr>
          <p:nvPr userDrawn="1"/>
        </p:nvSpPr>
        <p:spPr>
          <a:xfrm>
            <a:off x="377688" y="240196"/>
            <a:ext cx="6400800" cy="2286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1148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84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Product Roadmap Roadshow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C5698D70-CD5A-AD56-523B-BBE30037F2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9CE107A-0F27-0211-C774-BF97A0D6EB02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45136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">
            <a:extLst>
              <a:ext uri="{FF2B5EF4-FFF2-40B4-BE49-F238E27FC236}">
                <a16:creationId xmlns:a16="http://schemas.microsoft.com/office/drawing/2014/main" id="{3E78A975-D9E4-6041-AA60-E8C7B6D1C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25" y="214222"/>
            <a:ext cx="6121948" cy="6643777"/>
          </a:xfrm>
          <a:prstGeom prst="rect">
            <a:avLst/>
          </a:prstGeom>
        </p:spPr>
      </p:pic>
      <p:pic>
        <p:nvPicPr>
          <p:cNvPr id="13" name="Logo">
            <a:extLst>
              <a:ext uri="{FF2B5EF4-FFF2-40B4-BE49-F238E27FC236}">
                <a16:creationId xmlns:a16="http://schemas.microsoft.com/office/drawing/2014/main" id="{E9B987B8-285B-5041-A418-9686A7AD8B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449EF775-5584-E946-8938-205B2DC9BE28}"/>
              </a:ext>
            </a:extLst>
          </p:cNvPr>
          <p:cNvSpPr txBox="1"/>
          <p:nvPr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854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050542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>
            <a:extLst>
              <a:ext uri="{FF2B5EF4-FFF2-40B4-BE49-F238E27FC236}">
                <a16:creationId xmlns:a16="http://schemas.microsoft.com/office/drawing/2014/main" id="{4373D2C2-60ED-7E43-A7C3-9D90356E2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14" y="209305"/>
            <a:ext cx="6126480" cy="6648695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CE55F7B1-D281-5C48-BE07-26F5DCA33A3A}"/>
              </a:ext>
            </a:extLst>
          </p:cNvPr>
          <p:cNvSpPr txBox="1"/>
          <p:nvPr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401788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D027DA4B-BB50-5B44-AAC8-29A80E8F4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>
            <a:extLst>
              <a:ext uri="{FF2B5EF4-FFF2-40B4-BE49-F238E27FC236}">
                <a16:creationId xmlns:a16="http://schemas.microsoft.com/office/drawing/2014/main" id="{E9B987B8-285B-5041-A418-9686A7AD8B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2E1003F7-D320-D84C-8648-5474103055AE}"/>
              </a:ext>
            </a:extLst>
          </p:cNvPr>
          <p:cNvSpPr txBox="1"/>
          <p:nvPr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854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66928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3244559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C18DF2D9-8DB2-C549-808A-795EE4721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2335F0AE-35E3-3D43-BDE0-31F539CB56B2}"/>
              </a:ext>
            </a:extLst>
          </p:cNvPr>
          <p:cNvSpPr txBox="1"/>
          <p:nvPr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66928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569967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">
            <a:extLst>
              <a:ext uri="{FF2B5EF4-FFF2-40B4-BE49-F238E27FC236}">
                <a16:creationId xmlns:a16="http://schemas.microsoft.com/office/drawing/2014/main" id="{DCEE08B8-98A2-6041-8ED3-C67B4A375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3" y="1"/>
            <a:ext cx="5638800" cy="6858000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A9EC951A-35E5-134F-B201-57C4BB12D59B}"/>
              </a:ext>
            </a:extLst>
          </p:cNvPr>
          <p:cNvSpPr txBox="1"/>
          <p:nvPr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245400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081A83-1FE8-E246-B362-5906D64143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Select this picture placeholder, </a:t>
            </a:r>
            <a:br>
              <a:rPr lang="en-US"/>
            </a:br>
            <a:r>
              <a:rPr lang="en-US"/>
              <a:t>then go to Insert tab &gt; Pictures to add picture.</a:t>
            </a:r>
            <a:br>
              <a:rPr lang="en-US"/>
            </a:br>
            <a:r>
              <a:rPr lang="en-US"/>
              <a:t>Date, title, subtitle, logo and footer must sit on top of picture.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41FFC39-2928-CA48-8709-BDF1EF263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841" y="5926796"/>
            <a:ext cx="1946270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5C3B9F17-1AB3-A64F-B165-6C83BAD13AC6}"/>
              </a:ext>
            </a:extLst>
          </p:cNvPr>
          <p:cNvSpPr txBox="1"/>
          <p:nvPr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1943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038600"/>
            <a:ext cx="8229600" cy="1905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3173712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F908098F-1E23-7048-8F41-75E5158D0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7" name="Copyright">
            <a:extLst>
              <a:ext uri="{FF2B5EF4-FFF2-40B4-BE49-F238E27FC236}">
                <a16:creationId xmlns:a16="http://schemas.microsoft.com/office/drawing/2014/main" id="{AD1DA9DB-956D-A643-A5A0-324AAA43577C}"/>
              </a:ext>
            </a:extLst>
          </p:cNvPr>
          <p:cNvSpPr txBox="1"/>
          <p:nvPr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2026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5029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8229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815343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8 Ink-Sa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FFDCB7D5-4250-F147-B722-235B61817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7" name="Copyright">
            <a:extLst>
              <a:ext uri="{FF2B5EF4-FFF2-40B4-BE49-F238E27FC236}">
                <a16:creationId xmlns:a16="http://schemas.microsoft.com/office/drawing/2014/main" id="{C6FE68ED-BCA3-1F41-BB1B-DA6009CC06AA}"/>
              </a:ext>
            </a:extLst>
          </p:cNvPr>
          <p:cNvSpPr txBox="1"/>
          <p:nvPr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5029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8229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971507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382000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61D8D1-F10E-8A4D-83FE-BCC274C274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2438400"/>
            <a:ext cx="83820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5351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5568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759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552297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2D5405-67A0-AD4D-A4B8-BA2CE7E55A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10300" y="2438400"/>
            <a:ext cx="55245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5660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360000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4002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265176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F1CC4E4-8B4D-FF44-8B8B-C41860B786F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6924" y="2438400"/>
            <a:ext cx="2647315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FCB5A8-8D5E-8D44-A724-08344A21D5F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10300" y="2438400"/>
            <a:ext cx="264922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1E9A39-BF26-6444-9BA2-3061D16FEB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86850" y="2438400"/>
            <a:ext cx="264795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7494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/3-1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744537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515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-2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7437438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5036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095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E98C1-843F-DE90-5967-75A554A0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96BE7-6152-F277-5551-119903D3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7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953732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1DD06E22-8F8E-6F49-91FB-6A22C2BB9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hrive Graphic ">
            <a:extLst>
              <a:ext uri="{FF2B5EF4-FFF2-40B4-BE49-F238E27FC236}">
                <a16:creationId xmlns:a16="http://schemas.microsoft.com/office/drawing/2014/main" id="{4255D18E-1050-9F4C-8214-959B55FEBA06}"/>
              </a:ext>
            </a:extLst>
          </p:cNvPr>
          <p:cNvSpPr/>
          <p:nvPr/>
        </p:nvSpPr>
        <p:spPr>
          <a:xfrm>
            <a:off x="0" y="1028700"/>
            <a:ext cx="9382578" cy="5829300"/>
          </a:xfrm>
          <a:custGeom>
            <a:avLst/>
            <a:gdLst>
              <a:gd name="connsiteX0" fmla="*/ 0 w 9382578"/>
              <a:gd name="connsiteY0" fmla="*/ 0 h 5829300"/>
              <a:gd name="connsiteX1" fmla="*/ 6467928 w 9382578"/>
              <a:gd name="connsiteY1" fmla="*/ 0 h 5829300"/>
              <a:gd name="connsiteX2" fmla="*/ 6568225 w 9382578"/>
              <a:gd name="connsiteY2" fmla="*/ 0 h 5829300"/>
              <a:gd name="connsiteX3" fmla="*/ 6568225 w 9382578"/>
              <a:gd name="connsiteY3" fmla="*/ 2536 h 5829300"/>
              <a:gd name="connsiteX4" fmla="*/ 6617916 w 9382578"/>
              <a:gd name="connsiteY4" fmla="*/ 3793 h 5829300"/>
              <a:gd name="connsiteX5" fmla="*/ 9382578 w 9382578"/>
              <a:gd name="connsiteY5" fmla="*/ 2914650 h 5829300"/>
              <a:gd name="connsiteX6" fmla="*/ 6617916 w 9382578"/>
              <a:gd name="connsiteY6" fmla="*/ 5825508 h 5829300"/>
              <a:gd name="connsiteX7" fmla="*/ 6568225 w 9382578"/>
              <a:gd name="connsiteY7" fmla="*/ 5826764 h 5829300"/>
              <a:gd name="connsiteX8" fmla="*/ 6568225 w 9382578"/>
              <a:gd name="connsiteY8" fmla="*/ 5829300 h 5829300"/>
              <a:gd name="connsiteX9" fmla="*/ 6467928 w 9382578"/>
              <a:gd name="connsiteY9" fmla="*/ 5829300 h 5829300"/>
              <a:gd name="connsiteX10" fmla="*/ 0 w 9382578"/>
              <a:gd name="connsiteY10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82578" h="5829300">
                <a:moveTo>
                  <a:pt x="0" y="0"/>
                </a:moveTo>
                <a:lnTo>
                  <a:pt x="6467928" y="0"/>
                </a:lnTo>
                <a:lnTo>
                  <a:pt x="6568225" y="0"/>
                </a:lnTo>
                <a:lnTo>
                  <a:pt x="6568225" y="2536"/>
                </a:lnTo>
                <a:lnTo>
                  <a:pt x="6617916" y="3793"/>
                </a:lnTo>
                <a:cubicBezTo>
                  <a:pt x="8157929" y="81856"/>
                  <a:pt x="9382578" y="1355237"/>
                  <a:pt x="9382578" y="2914650"/>
                </a:cubicBezTo>
                <a:cubicBezTo>
                  <a:pt x="9382578" y="4474064"/>
                  <a:pt x="8157929" y="5747444"/>
                  <a:pt x="6617916" y="5825508"/>
                </a:cubicBezTo>
                <a:lnTo>
                  <a:pt x="6568225" y="5826764"/>
                </a:lnTo>
                <a:lnTo>
                  <a:pt x="6568225" y="5829300"/>
                </a:lnTo>
                <a:lnTo>
                  <a:pt x="6467928" y="5829300"/>
                </a:lnTo>
                <a:lnTo>
                  <a:pt x="0" y="5829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95789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97177028-EC0C-E347-99BF-345A1F498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hrive Graphic ">
            <a:extLst>
              <a:ext uri="{FF2B5EF4-FFF2-40B4-BE49-F238E27FC236}">
                <a16:creationId xmlns:a16="http://schemas.microsoft.com/office/drawing/2014/main" id="{4255D18E-1050-9F4C-8214-959B55FEBA06}"/>
              </a:ext>
            </a:extLst>
          </p:cNvPr>
          <p:cNvSpPr/>
          <p:nvPr/>
        </p:nvSpPr>
        <p:spPr>
          <a:xfrm>
            <a:off x="0" y="1028700"/>
            <a:ext cx="9382578" cy="5829300"/>
          </a:xfrm>
          <a:custGeom>
            <a:avLst/>
            <a:gdLst>
              <a:gd name="connsiteX0" fmla="*/ 0 w 9382578"/>
              <a:gd name="connsiteY0" fmla="*/ 0 h 5829300"/>
              <a:gd name="connsiteX1" fmla="*/ 6467928 w 9382578"/>
              <a:gd name="connsiteY1" fmla="*/ 0 h 5829300"/>
              <a:gd name="connsiteX2" fmla="*/ 6568225 w 9382578"/>
              <a:gd name="connsiteY2" fmla="*/ 0 h 5829300"/>
              <a:gd name="connsiteX3" fmla="*/ 6568225 w 9382578"/>
              <a:gd name="connsiteY3" fmla="*/ 2536 h 5829300"/>
              <a:gd name="connsiteX4" fmla="*/ 6617916 w 9382578"/>
              <a:gd name="connsiteY4" fmla="*/ 3793 h 5829300"/>
              <a:gd name="connsiteX5" fmla="*/ 9382578 w 9382578"/>
              <a:gd name="connsiteY5" fmla="*/ 2914650 h 5829300"/>
              <a:gd name="connsiteX6" fmla="*/ 6617916 w 9382578"/>
              <a:gd name="connsiteY6" fmla="*/ 5825508 h 5829300"/>
              <a:gd name="connsiteX7" fmla="*/ 6568225 w 9382578"/>
              <a:gd name="connsiteY7" fmla="*/ 5826764 h 5829300"/>
              <a:gd name="connsiteX8" fmla="*/ 6568225 w 9382578"/>
              <a:gd name="connsiteY8" fmla="*/ 5829300 h 5829300"/>
              <a:gd name="connsiteX9" fmla="*/ 6467928 w 9382578"/>
              <a:gd name="connsiteY9" fmla="*/ 5829300 h 5829300"/>
              <a:gd name="connsiteX10" fmla="*/ 0 w 9382578"/>
              <a:gd name="connsiteY10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82578" h="5829300">
                <a:moveTo>
                  <a:pt x="0" y="0"/>
                </a:moveTo>
                <a:lnTo>
                  <a:pt x="6467928" y="0"/>
                </a:lnTo>
                <a:lnTo>
                  <a:pt x="6568225" y="0"/>
                </a:lnTo>
                <a:lnTo>
                  <a:pt x="6568225" y="2536"/>
                </a:lnTo>
                <a:lnTo>
                  <a:pt x="6617916" y="3793"/>
                </a:lnTo>
                <a:cubicBezTo>
                  <a:pt x="8157929" y="81856"/>
                  <a:pt x="9382578" y="1355237"/>
                  <a:pt x="9382578" y="2914650"/>
                </a:cubicBezTo>
                <a:cubicBezTo>
                  <a:pt x="9382578" y="4474064"/>
                  <a:pt x="8157929" y="5747444"/>
                  <a:pt x="6617916" y="5825508"/>
                </a:cubicBezTo>
                <a:lnTo>
                  <a:pt x="6568225" y="5826764"/>
                </a:lnTo>
                <a:lnTo>
                  <a:pt x="6568225" y="5829300"/>
                </a:lnTo>
                <a:lnTo>
                  <a:pt x="6467928" y="5829300"/>
                </a:lnTo>
                <a:lnTo>
                  <a:pt x="0" y="5829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193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hrive Graphic">
            <a:extLst>
              <a:ext uri="{FF2B5EF4-FFF2-40B4-BE49-F238E27FC236}">
                <a16:creationId xmlns:a16="http://schemas.microsoft.com/office/drawing/2014/main" id="{E1F63B42-0D22-8E40-915C-0A49F423A783}"/>
              </a:ext>
            </a:extLst>
          </p:cNvPr>
          <p:cNvSpPr/>
          <p:nvPr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58737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1DD06E22-8F8E-6F49-91FB-6A22C2BB93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hrive Graphic">
            <a:extLst>
              <a:ext uri="{FF2B5EF4-FFF2-40B4-BE49-F238E27FC236}">
                <a16:creationId xmlns:a16="http://schemas.microsoft.com/office/drawing/2014/main" id="{F71C0FC7-7931-054F-84D3-8BE1CC005B86}"/>
              </a:ext>
            </a:extLst>
          </p:cNvPr>
          <p:cNvSpPr/>
          <p:nvPr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239510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97177028-EC0C-E347-99BF-345A1F498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hrive Graphic">
            <a:extLst>
              <a:ext uri="{FF2B5EF4-FFF2-40B4-BE49-F238E27FC236}">
                <a16:creationId xmlns:a16="http://schemas.microsoft.com/office/drawing/2014/main" id="{E7BCFBB9-51AF-6643-BD24-EFB26F46D3F8}"/>
              </a:ext>
            </a:extLst>
          </p:cNvPr>
          <p:cNvSpPr/>
          <p:nvPr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307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hrive Graphic">
            <a:extLst>
              <a:ext uri="{FF2B5EF4-FFF2-40B4-BE49-F238E27FC236}">
                <a16:creationId xmlns:a16="http://schemas.microsoft.com/office/drawing/2014/main" id="{E7BCFBB9-51AF-6643-BD24-EFB26F46D3F8}"/>
              </a:ext>
            </a:extLst>
          </p:cNvPr>
          <p:cNvSpPr/>
          <p:nvPr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9863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>
            <a:extLst>
              <a:ext uri="{FF2B5EF4-FFF2-40B4-BE49-F238E27FC236}">
                <a16:creationId xmlns:a16="http://schemas.microsoft.com/office/drawing/2014/main" id="{95B33452-B753-4847-AFFD-EB80EE67789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B44C3-B81B-1748-8142-3F68F78EF526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4225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5520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9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1288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B1B5F96B-3AB6-BD46-8483-736A5B16B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hrive Graphic">
            <a:extLst>
              <a:ext uri="{FF2B5EF4-FFF2-40B4-BE49-F238E27FC236}">
                <a16:creationId xmlns:a16="http://schemas.microsoft.com/office/drawing/2014/main" id="{6825D9C4-C0DB-A944-85D9-5DFDB1D34DF9}"/>
              </a:ext>
            </a:extLst>
          </p:cNvPr>
          <p:cNvSpPr/>
          <p:nvPr/>
        </p:nvSpPr>
        <p:spPr>
          <a:xfrm>
            <a:off x="0" y="0"/>
            <a:ext cx="9634648" cy="6858000"/>
          </a:xfrm>
          <a:custGeom>
            <a:avLst/>
            <a:gdLst>
              <a:gd name="connsiteX0" fmla="*/ 0 w 9634648"/>
              <a:gd name="connsiteY0" fmla="*/ 0 h 6858000"/>
              <a:gd name="connsiteX1" fmla="*/ 6208684 w 9634648"/>
              <a:gd name="connsiteY1" fmla="*/ 0 h 6858000"/>
              <a:gd name="connsiteX2" fmla="*/ 6326576 w 9634648"/>
              <a:gd name="connsiteY2" fmla="*/ 0 h 6858000"/>
              <a:gd name="connsiteX3" fmla="*/ 6326576 w 9634648"/>
              <a:gd name="connsiteY3" fmla="*/ 2984 h 6858000"/>
              <a:gd name="connsiteX4" fmla="*/ 6384984 w 9634648"/>
              <a:gd name="connsiteY4" fmla="*/ 4462 h 6858000"/>
              <a:gd name="connsiteX5" fmla="*/ 9634648 w 9634648"/>
              <a:gd name="connsiteY5" fmla="*/ 3429000 h 6858000"/>
              <a:gd name="connsiteX6" fmla="*/ 6384984 w 9634648"/>
              <a:gd name="connsiteY6" fmla="*/ 6853539 h 6858000"/>
              <a:gd name="connsiteX7" fmla="*/ 6326576 w 9634648"/>
              <a:gd name="connsiteY7" fmla="*/ 6855017 h 6858000"/>
              <a:gd name="connsiteX8" fmla="*/ 6326576 w 9634648"/>
              <a:gd name="connsiteY8" fmla="*/ 6858000 h 6858000"/>
              <a:gd name="connsiteX9" fmla="*/ 6208684 w 9634648"/>
              <a:gd name="connsiteY9" fmla="*/ 6858000 h 6858000"/>
              <a:gd name="connsiteX10" fmla="*/ 0 w 9634648"/>
              <a:gd name="connsiteY10" fmla="*/ 6858000 h 6858000"/>
              <a:gd name="connsiteX11" fmla="*/ 0 w 9634648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634648" h="6858000">
                <a:moveTo>
                  <a:pt x="0" y="0"/>
                </a:moveTo>
                <a:lnTo>
                  <a:pt x="6208684" y="0"/>
                </a:lnTo>
                <a:lnTo>
                  <a:pt x="6326576" y="0"/>
                </a:lnTo>
                <a:lnTo>
                  <a:pt x="6326576" y="2984"/>
                </a:lnTo>
                <a:lnTo>
                  <a:pt x="6384984" y="4462"/>
                </a:lnTo>
                <a:cubicBezTo>
                  <a:pt x="8195160" y="96301"/>
                  <a:pt x="9634648" y="1594397"/>
                  <a:pt x="9634648" y="3429000"/>
                </a:cubicBezTo>
                <a:cubicBezTo>
                  <a:pt x="9634648" y="5263605"/>
                  <a:pt x="8195160" y="6761699"/>
                  <a:pt x="6384984" y="6853539"/>
                </a:cubicBezTo>
                <a:lnTo>
                  <a:pt x="6326576" y="6855017"/>
                </a:lnTo>
                <a:lnTo>
                  <a:pt x="6326576" y="6858000"/>
                </a:lnTo>
                <a:lnTo>
                  <a:pt x="62086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5836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4CC3BC-1300-4E44-AFB9-7802027ACC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AC426F-C752-2048-96A9-7917DEA1BB1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D396D53-E38B-2E46-AF4B-6EE035E0DCA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98AFCC-687C-664D-8B82-3388505C9C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5B425C-DFEC-B24E-81E8-935B9AFCCB8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28" name="Logo">
            <a:extLst>
              <a:ext uri="{FF2B5EF4-FFF2-40B4-BE49-F238E27FC236}">
                <a16:creationId xmlns:a16="http://schemas.microsoft.com/office/drawing/2014/main" id="{17491D78-0FFD-B442-8059-31DEAF559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4DDDE9E-5920-B943-8B4E-ECD67EA24B7F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41859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4CC3BC-1300-4E44-AFB9-7802027ACC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AC426F-C752-2048-96A9-7917DEA1BB1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349E73E-2AF7-0348-AB96-84D73F85CDE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86850" y="1752600"/>
            <a:ext cx="264795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D396D53-E38B-2E46-AF4B-6EE035E0DCA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98AFCC-687C-664D-8B82-3388505C9C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5B425C-DFEC-B24E-81E8-935B9AFCCB8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D940363-E143-3A43-A2DE-DA774B0DF21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9086850" y="3429000"/>
            <a:ext cx="2647950" cy="1371600"/>
          </a:xfrm>
        </p:spPr>
        <p:txBody>
          <a:bodyPr/>
          <a:lstStyle>
            <a:lvl1pPr>
              <a:spcAft>
                <a:spcPts val="400"/>
              </a:spcAft>
              <a:defRPr sz="1800" b="1" i="0">
                <a:solidFill>
                  <a:schemeClr val="tx1"/>
                </a:solidFill>
                <a:latin typeface="+mn-lt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  <a:latin typeface="+mn-lt"/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94271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3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0A0D82-461B-E54B-9189-CFAEE99C25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39E6DB29-927F-2944-8437-C2244235DF2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97363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0EE8E76B-76B8-7146-B8D3-52D66375311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175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806FAC1-EDBA-0048-80DF-50F1C8E45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1" i="0">
                <a:latin typeface="+mn-lt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>
                <a:latin typeface="+mn-lt"/>
              </a:defRPr>
            </a:lvl2pPr>
            <a:lvl3pPr marL="219456" indent="-109728">
              <a:spcAft>
                <a:spcPts val="400"/>
              </a:spcAft>
              <a:defRPr sz="1400">
                <a:latin typeface="+mn-lt"/>
              </a:defRPr>
            </a:lvl3pPr>
            <a:lvl4pPr marL="329184" indent="-109728">
              <a:spcAft>
                <a:spcPts val="400"/>
              </a:spcAft>
              <a:defRPr sz="1400">
                <a:latin typeface="+mn-lt"/>
              </a:defRPr>
            </a:lvl4pPr>
            <a:lvl5pPr>
              <a:spcAft>
                <a:spcPts val="600"/>
              </a:spcAft>
              <a:defRPr sz="1400">
                <a:latin typeface="+mn-lt"/>
              </a:defRPr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34985FE-79AD-5742-B9D2-00A4AE2CF29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294632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1" i="0">
                <a:latin typeface="+mn-lt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>
                <a:latin typeface="+mn-lt"/>
              </a:defRPr>
            </a:lvl2pPr>
            <a:lvl3pPr marL="219456" indent="-109728">
              <a:spcAft>
                <a:spcPts val="400"/>
              </a:spcAft>
              <a:defRPr sz="1400">
                <a:latin typeface="+mn-lt"/>
              </a:defRPr>
            </a:lvl3pPr>
            <a:lvl4pPr marL="329184" indent="-109728">
              <a:spcAft>
                <a:spcPts val="400"/>
              </a:spcAft>
              <a:defRPr sz="1400">
                <a:latin typeface="+mn-lt"/>
              </a:defRPr>
            </a:lvl4pPr>
            <a:lvl5pPr>
              <a:spcAft>
                <a:spcPts val="600"/>
              </a:spcAft>
              <a:defRPr sz="1400">
                <a:latin typeface="+mn-lt"/>
              </a:defRPr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FEA213B-A804-EB49-B44C-3AB2199109CF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132064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1" i="0">
                <a:latin typeface="+mn-lt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>
                <a:latin typeface="+mn-lt"/>
              </a:defRPr>
            </a:lvl2pPr>
            <a:lvl3pPr marL="219456" indent="-109728">
              <a:spcAft>
                <a:spcPts val="400"/>
              </a:spcAft>
              <a:defRPr sz="1400">
                <a:latin typeface="+mn-lt"/>
              </a:defRPr>
            </a:lvl3pPr>
            <a:lvl4pPr marL="329184" indent="-109728">
              <a:spcAft>
                <a:spcPts val="400"/>
              </a:spcAft>
              <a:defRPr sz="1400">
                <a:latin typeface="+mn-lt"/>
              </a:defRPr>
            </a:lvl4pPr>
            <a:lvl5pPr>
              <a:spcAft>
                <a:spcPts val="600"/>
              </a:spcAft>
              <a:defRPr sz="1400">
                <a:latin typeface="+mn-lt"/>
              </a:defRPr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652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11B74FCF-9B30-9F48-8DD1-890FFF253A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403E45C-B304-2443-9005-D5021190F79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33375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612DF03A-89FC-0741-823D-DF7B23871DD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030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7">
            <a:extLst>
              <a:ext uri="{FF2B5EF4-FFF2-40B4-BE49-F238E27FC236}">
                <a16:creationId xmlns:a16="http://schemas.microsoft.com/office/drawing/2014/main" id="{31669BB4-D2F0-F745-A2EB-3A642B2DCC2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8685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57FFF7-9D6A-4F49-99C3-5E6DE4E160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70078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B46CD1BD-2AE3-B14F-BAC1-192A25CB9D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606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58961D3-B37C-8146-BC5F-AA6DBCDFC16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5134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13A5C6D-A904-5147-A595-DBC94D7A9D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32662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0E2D1B-BED7-2842-B31C-459A388153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720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0CA81593-D432-8141-A769-CEF3DE0EB4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33375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6629A84-6CF0-B743-82FC-7D911539433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1030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33128BF1-DB58-8D40-8F40-06513B4DC92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8685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Picture Placeholder 7">
            <a:extLst>
              <a:ext uri="{FF2B5EF4-FFF2-40B4-BE49-F238E27FC236}">
                <a16:creationId xmlns:a16="http://schemas.microsoft.com/office/drawing/2014/main" id="{50F78DE1-F202-5D47-BC77-3D87C5E7595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5720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16DF8498-9603-374A-BD3D-3D8ED3688F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3375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7">
            <a:extLst>
              <a:ext uri="{FF2B5EF4-FFF2-40B4-BE49-F238E27FC236}">
                <a16:creationId xmlns:a16="http://schemas.microsoft.com/office/drawing/2014/main" id="{0512A737-29F4-F047-8706-FD416E3B442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1030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6C3919F5-68FB-9645-981F-911B4761C5A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08685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BFB552EA-68D5-9C4E-84AF-1C457360253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70078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7301CD87-76A1-C040-9A0C-2B465D32A7B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7606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32B9C53B-81EB-A748-8D62-11E10A4C368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5134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9E73DF7C-BD9F-854D-99C4-EF0F911018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32662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1" i="0">
                <a:latin typeface="+mn-lt"/>
                <a:ea typeface="Inter SemiBold" panose="02000503000000020004" pitchFamily="2" charset="0"/>
              </a:defRPr>
            </a:lvl1pPr>
            <a:lvl2pPr marL="0" indent="0">
              <a:buNone/>
              <a:defRPr sz="1200" i="0">
                <a:latin typeface="+mn-lt"/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FF2737-337F-C94C-8CCD-EDBBBF90CC9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5720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88EAB263-BD40-724A-A7AA-42191BC143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33375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FADB9B56-C8C2-D848-89F7-CADBC54BF4A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1030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80FC0408-4D63-7C42-A9B1-E9812ACFC3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08685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>
                <a:latin typeface="+mn-lt"/>
              </a:defRPr>
            </a:lvl1pPr>
            <a:lvl2pPr marL="91440" indent="-91440">
              <a:spcAft>
                <a:spcPts val="200"/>
              </a:spcAft>
              <a:defRPr sz="1050">
                <a:latin typeface="+mn-lt"/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05540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09D6DA-954B-1B42-9E01-790184B814BA}"/>
              </a:ext>
            </a:extLst>
          </p:cNvPr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28ACF708-566E-C246-9A0D-BD420C83F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CFE5C-15A2-8449-899A-8B2C49FB6603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19027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312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09D6DA-954B-1B42-9E01-790184B814BA}"/>
              </a:ext>
            </a:extLst>
          </p:cNvPr>
          <p:cNvSpPr/>
          <p:nvPr/>
        </p:nvSpPr>
        <p:spPr>
          <a:xfrm>
            <a:off x="5029201" y="0"/>
            <a:ext cx="7162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42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312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FB51609D-079B-744D-9914-CAA56A3A3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">
            <a:extLst>
              <a:ext uri="{FF2B5EF4-FFF2-40B4-BE49-F238E27FC236}">
                <a16:creationId xmlns:a16="http://schemas.microsoft.com/office/drawing/2014/main" id="{02306B9D-59D8-854B-BEE8-759ECE12C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9F526-BF97-8C44-8ADF-28371EBDC298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ED9E6-EB1C-E73A-696D-363D0EDB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bg1"/>
                </a:solidFill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bg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1147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5ACBF0"/>
          </p15:clr>
        </p15:guide>
        <p15:guide id="3" orient="horz" pos="3744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35E8F714-7DBE-2749-B7B4-B1B397536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">
            <a:extLst>
              <a:ext uri="{FF2B5EF4-FFF2-40B4-BE49-F238E27FC236}">
                <a16:creationId xmlns:a16="http://schemas.microsoft.com/office/drawing/2014/main" id="{02306B9D-59D8-854B-BEE8-759ECE12C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8D448-20FF-C249-9C63-7D75BBF51067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2025 Teradata.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6F3D15C-A571-80E9-C4E0-FD79284231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bg1"/>
                </a:solidFill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bg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623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4BDE5-C7DB-349E-37A6-8DE6D6C6D3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tx1"/>
                </a:solidFill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tx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9091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iv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C5F9323-B3A1-7744-B1A3-CDCD563AA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8800" y="419100"/>
            <a:ext cx="6553200" cy="55245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White shape mask must sit on top of picture.</a:t>
            </a:r>
            <a:br>
              <a:rPr lang="en-US"/>
            </a:br>
            <a:r>
              <a:rPr lang="en-US"/>
              <a:t>Footer and slide number must sit on top of mask.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9435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orient="horz" pos="264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iv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C5F9323-B3A1-7744-B1A3-CDCD563AA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19100"/>
            <a:ext cx="6553200" cy="55245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White shape mask must sit on top of picture.</a:t>
            </a:r>
            <a:br>
              <a:rPr lang="en-US"/>
            </a:br>
            <a:r>
              <a:rPr lang="en-US"/>
              <a:t>Logo and copyright must sit on top of mask.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0" y="266700"/>
            <a:ext cx="4876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28700"/>
            <a:ext cx="4876800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2438400"/>
            <a:ext cx="48768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635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orient="horz" pos="264">
          <p15:clr>
            <a:srgbClr val="FBAE40"/>
          </p15:clr>
        </p15:guide>
        <p15:guide id="6" pos="432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7D07E77-0411-FC4A-9401-3228CD8735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67400" y="419100"/>
            <a:ext cx="6324600" cy="55245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02025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696">
          <p15:clr>
            <a:srgbClr val="FBAE40"/>
          </p15:clr>
        </p15:guide>
        <p15:guide id="5" orient="horz" pos="264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04229F-7C96-E144-9EC5-5BA3CB57DF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7401" y="0"/>
            <a:ext cx="63246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Footer and slide number must sit on top of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8604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696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2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04229F-7C96-E144-9EC5-5BA3CB57DF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7401" y="3426246"/>
            <a:ext cx="6324600" cy="3431754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Footer and slide number must sit on top of picture.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1E4F876-109F-C746-8262-163A57AC0A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67400" y="0"/>
            <a:ext cx="6324600" cy="3431754"/>
          </a:xfrm>
          <a:solidFill>
            <a:srgbClr val="888888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6756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696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-1/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752600"/>
            <a:ext cx="5638800" cy="41910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8E7EE35-D742-524A-B18B-1F699A726FE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1752600"/>
            <a:ext cx="5638800" cy="4191000"/>
          </a:xfrm>
          <a:solidFill>
            <a:srgbClr val="888888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31232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3744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752600"/>
            <a:ext cx="11277600" cy="41910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721806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Eyebrow, title, logo, copyright, footer and slide number must sit on top of picture.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295FE9FB-224D-4A47-ADD8-17E2B1461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C18F0B-6718-DE42-B513-8000883024A4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72843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-off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55E79B8E-60AF-5A47-A76F-04EFD108A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ogo">
            <a:extLst>
              <a:ext uri="{FF2B5EF4-FFF2-40B4-BE49-F238E27FC236}">
                <a16:creationId xmlns:a16="http://schemas.microsoft.com/office/drawing/2014/main" id="{AA79CFCC-33AC-0949-B51B-B82B9F80B0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52800"/>
            <a:ext cx="7955280" cy="1513114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E400C-BA34-5E49-9FE5-A80D3832F6BE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69446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112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ign-off 2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1BE907B-31F9-8441-9957-FCD2A2833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52800"/>
            <a:ext cx="7955280" cy="151311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52998-C4DA-B44A-A9D0-02D8DAEBA0BF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99526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112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34EFF524-236A-5540-900C-A063FD5FA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987" y="2695720"/>
            <a:ext cx="4325018" cy="15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676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2 Ink-Sa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34EFF524-236A-5540-900C-A063FD5FA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987" y="2695720"/>
            <a:ext cx="4325018" cy="15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970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ACDF3-7909-7F4D-9ED4-6F2AFF5FE89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7375" y="2494192"/>
            <a:ext cx="3273425" cy="3716108"/>
          </a:xfrm>
        </p:spPr>
        <p:txBody>
          <a:bodyPr/>
          <a:lstStyle>
            <a:lvl1pPr marL="230188" indent="-230188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800"/>
            </a:lvl1pPr>
            <a:lvl2pPr marL="461963" indent="-222250">
              <a:lnSpc>
                <a:spcPct val="90000"/>
              </a:lnSpc>
              <a:spcBef>
                <a:spcPts val="500"/>
              </a:spcBef>
              <a:tabLst/>
              <a:defRPr sz="1800"/>
            </a:lvl2pPr>
            <a:lvl3pPr marL="690563" indent="-177800">
              <a:lnSpc>
                <a:spcPct val="90000"/>
              </a:lnSpc>
              <a:spcBef>
                <a:spcPts val="500"/>
              </a:spcBef>
              <a:tabLst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E69F076-E5A4-8649-9256-A017674C4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6741" y="2057400"/>
            <a:ext cx="3273315" cy="3719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Business Challenge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6DB7D41D-AD88-714C-82F4-AC06944E14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1238571"/>
            <a:ext cx="11041380" cy="475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1FF28EB-1C03-C244-8DB5-F43F19BFAA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59288" y="2057400"/>
            <a:ext cx="3273424" cy="3719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Solution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4A33F0C-2A4A-C44C-8AED-C993C2AD44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31201" y="2057400"/>
            <a:ext cx="3273424" cy="37195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/>
            </a:lvl2pPr>
            <a:lvl3pPr marL="914400" indent="0">
              <a:buFont typeface="Arial" panose="020B0604020202020204" pitchFamily="34" charset="0"/>
              <a:buNone/>
              <a:defRPr/>
            </a:lvl3pPr>
            <a:lvl4pPr marL="1371600" indent="0">
              <a:buFont typeface="Arial" panose="020B0604020202020204" pitchFamily="34" charset="0"/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Benefits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71B82E3-D306-D645-8BF6-703EE52D663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459288" y="2494192"/>
            <a:ext cx="3273425" cy="3716108"/>
          </a:xfrm>
        </p:spPr>
        <p:txBody>
          <a:bodyPr/>
          <a:lstStyle>
            <a:lvl1pPr marL="230188" indent="-230188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800"/>
            </a:lvl1pPr>
            <a:lvl2pPr marL="461963" indent="-222250">
              <a:lnSpc>
                <a:spcPct val="90000"/>
              </a:lnSpc>
              <a:spcBef>
                <a:spcPts val="500"/>
              </a:spcBef>
              <a:tabLst/>
              <a:defRPr sz="1800"/>
            </a:lvl2pPr>
            <a:lvl3pPr marL="690563" indent="-177800">
              <a:lnSpc>
                <a:spcPct val="90000"/>
              </a:lnSpc>
              <a:spcBef>
                <a:spcPts val="500"/>
              </a:spcBef>
              <a:tabLst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256D42C-B49D-8445-B1DA-DD261C5504EC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331200" y="2494192"/>
            <a:ext cx="3273425" cy="3716108"/>
          </a:xfrm>
        </p:spPr>
        <p:txBody>
          <a:bodyPr/>
          <a:lstStyle>
            <a:lvl1pPr marL="230188" indent="-230188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800"/>
            </a:lvl1pPr>
            <a:lvl2pPr marL="461963" indent="-222250">
              <a:lnSpc>
                <a:spcPct val="90000"/>
              </a:lnSpc>
              <a:spcBef>
                <a:spcPts val="500"/>
              </a:spcBef>
              <a:tabLst/>
              <a:defRPr sz="1800"/>
            </a:lvl2pPr>
            <a:lvl3pPr marL="690563" indent="-177800">
              <a:lnSpc>
                <a:spcPct val="90000"/>
              </a:lnSpc>
              <a:spcBef>
                <a:spcPts val="500"/>
              </a:spcBef>
              <a:tabLst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BADA1-EA9D-084A-BE5E-00AE4EA9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395492"/>
            <a:ext cx="11041380" cy="81354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Placeholder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BECAC-EC8E-2543-979A-C858E38CDFA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544871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1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17152" y="6286500"/>
            <a:ext cx="2057400" cy="365759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697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BE8CA-3E13-334A-A201-6659DA8D81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76072" y="1618488"/>
            <a:ext cx="11042904" cy="4591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42C2E6-3408-774A-97A2-68B486044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Title Placeholder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E937F-9D16-AA4E-A097-12147F636C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41539781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9527-822C-B2D3-4B39-2D06F834F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4EA38-9844-F06E-572A-36FB78056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CD72B-6840-10D0-B698-D9FBE9808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596EB-947A-7A31-D46B-65AD17B6C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ED90F-E79C-454F-B635-BE9623123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6934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4771-4C8A-2F44-F43D-F77CE98D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04D3D-B7AC-F202-C582-9B6D187B9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747C3-037D-39E0-C79E-E6010DAFB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344A1-8171-CD5D-4316-7876343F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5874E-58FF-F462-9871-B707E735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96E1B-B019-4B62-B062-09E2C029A0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35765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1/3-2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7437438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4724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">
            <a:extLst>
              <a:ext uri="{FF2B5EF4-FFF2-40B4-BE49-F238E27FC236}">
                <a16:creationId xmlns:a16="http://schemas.microsoft.com/office/drawing/2014/main" id="{3E78A975-D9E4-6041-AA60-E8C7B6D1C5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25" y="214222"/>
            <a:ext cx="6121948" cy="6643777"/>
          </a:xfrm>
          <a:prstGeom prst="rect">
            <a:avLst/>
          </a:prstGeom>
        </p:spPr>
      </p:pic>
      <p:pic>
        <p:nvPicPr>
          <p:cNvPr id="13" name="Logo">
            <a:extLst>
              <a:ext uri="{FF2B5EF4-FFF2-40B4-BE49-F238E27FC236}">
                <a16:creationId xmlns:a16="http://schemas.microsoft.com/office/drawing/2014/main" id="{E9B987B8-285B-5041-A418-9686A7AD8B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449EF775-5584-E946-8938-205B2DC9BE28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854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249923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>
            <a:extLst>
              <a:ext uri="{FF2B5EF4-FFF2-40B4-BE49-F238E27FC236}">
                <a16:creationId xmlns:a16="http://schemas.microsoft.com/office/drawing/2014/main" id="{4373D2C2-60ED-7E43-A7C3-9D90356E22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14" y="209305"/>
            <a:ext cx="6126480" cy="6648695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CE55F7B1-D281-5C48-BE07-26F5DCA33A3A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3641681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D027DA4B-BB50-5B44-AAC8-29A80E8F43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>
            <a:extLst>
              <a:ext uri="{FF2B5EF4-FFF2-40B4-BE49-F238E27FC236}">
                <a16:creationId xmlns:a16="http://schemas.microsoft.com/office/drawing/2014/main" id="{E9B987B8-285B-5041-A418-9686A7AD8B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2E1003F7-D320-D84C-8648-5474103055AE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854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66928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3566160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C18DF2D9-8DB2-C549-808A-795EE47210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2335F0AE-35E3-3D43-BDE0-31F539CB56B2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66928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7909583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">
            <a:extLst>
              <a:ext uri="{FF2B5EF4-FFF2-40B4-BE49-F238E27FC236}">
                <a16:creationId xmlns:a16="http://schemas.microsoft.com/office/drawing/2014/main" id="{DCEE08B8-98A2-6041-8ED3-C67B4A3756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3" y="1"/>
            <a:ext cx="5638800" cy="6858000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A9EC951A-35E5-134F-B201-57C4BB12D59B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972612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081A83-1FE8-E246-B362-5906D64143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r>
              <a:rPr lang="en-US"/>
              <a:t>Select this picture placeholder, </a:t>
            </a:r>
            <a:br>
              <a:rPr lang="en-US"/>
            </a:br>
            <a:r>
              <a:rPr lang="en-US"/>
              <a:t>then go to Insert tab &gt; Pictures to add picture.</a:t>
            </a:r>
            <a:br>
              <a:rPr lang="en-US"/>
            </a:br>
            <a:r>
              <a:rPr lang="en-US"/>
              <a:t>Date, title, subtitle, logo and footer must sit on top of picture.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41FFC39-2928-CA48-8709-BDF1EF263D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841" y="5926796"/>
            <a:ext cx="1946270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5C3B9F17-1AB3-A64F-B165-6C83BAD13AC6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1943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038600"/>
            <a:ext cx="8229600" cy="1905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386892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F908098F-1E23-7048-8F41-75E5158D0F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7" name="Copyright">
            <a:extLst>
              <a:ext uri="{FF2B5EF4-FFF2-40B4-BE49-F238E27FC236}">
                <a16:creationId xmlns:a16="http://schemas.microsoft.com/office/drawing/2014/main" id="{AD1DA9DB-956D-A643-A5A0-324AAA43577C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5029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8229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465229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8 Ink-Sa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FFDCB7D5-4250-F147-B722-235B618178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7" name="Copyright">
            <a:extLst>
              <a:ext uri="{FF2B5EF4-FFF2-40B4-BE49-F238E27FC236}">
                <a16:creationId xmlns:a16="http://schemas.microsoft.com/office/drawing/2014/main" id="{C6FE68ED-BCA3-1F41-BB1B-DA6009CC06AA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5029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8229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3804114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024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382000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61D8D1-F10E-8A4D-83FE-BCC274C274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2438400"/>
            <a:ext cx="83820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486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5568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8992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552297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2D5405-67A0-AD4D-A4B8-BA2CE7E55A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10300" y="2438400"/>
            <a:ext cx="55245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5144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360000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0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265176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F1CC4E4-8B4D-FF44-8B8B-C41860B786F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6924" y="2438400"/>
            <a:ext cx="2647315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FCB5A8-8D5E-8D44-A724-08344A21D5F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10300" y="2438400"/>
            <a:ext cx="264922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1E9A39-BF26-6444-9BA2-3061D16FEB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86850" y="2438400"/>
            <a:ext cx="264795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91980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1934449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F1CC4E4-8B4D-FF44-8B8B-C41860B786F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795651" y="2438400"/>
            <a:ext cx="1931207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FCB5A8-8D5E-8D44-A724-08344A21D5F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5130860" y="2438400"/>
            <a:ext cx="1932596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1E9A39-BF26-6444-9BA2-3061D16FEB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467458" y="2438400"/>
            <a:ext cx="193167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F5EC37-4D07-65CF-A2A3-BA42BAECDA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803130" y="2438400"/>
            <a:ext cx="193167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7960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-1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744537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7380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-2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7437438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802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301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E98C1-843F-DE90-5967-75A554A0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96BE7-6152-F277-5551-119903D3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41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3744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63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1DD06E22-8F8E-6F49-91FB-6A22C2BB9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hrive Graphic ">
            <a:extLst>
              <a:ext uri="{FF2B5EF4-FFF2-40B4-BE49-F238E27FC236}">
                <a16:creationId xmlns:a16="http://schemas.microsoft.com/office/drawing/2014/main" id="{4255D18E-1050-9F4C-8214-959B55FEBA06}"/>
              </a:ext>
            </a:extLst>
          </p:cNvPr>
          <p:cNvSpPr/>
          <p:nvPr userDrawn="1"/>
        </p:nvSpPr>
        <p:spPr>
          <a:xfrm>
            <a:off x="0" y="1028700"/>
            <a:ext cx="9382578" cy="5829300"/>
          </a:xfrm>
          <a:custGeom>
            <a:avLst/>
            <a:gdLst>
              <a:gd name="connsiteX0" fmla="*/ 0 w 9382578"/>
              <a:gd name="connsiteY0" fmla="*/ 0 h 5829300"/>
              <a:gd name="connsiteX1" fmla="*/ 6467928 w 9382578"/>
              <a:gd name="connsiteY1" fmla="*/ 0 h 5829300"/>
              <a:gd name="connsiteX2" fmla="*/ 6568225 w 9382578"/>
              <a:gd name="connsiteY2" fmla="*/ 0 h 5829300"/>
              <a:gd name="connsiteX3" fmla="*/ 6568225 w 9382578"/>
              <a:gd name="connsiteY3" fmla="*/ 2536 h 5829300"/>
              <a:gd name="connsiteX4" fmla="*/ 6617916 w 9382578"/>
              <a:gd name="connsiteY4" fmla="*/ 3793 h 5829300"/>
              <a:gd name="connsiteX5" fmla="*/ 9382578 w 9382578"/>
              <a:gd name="connsiteY5" fmla="*/ 2914650 h 5829300"/>
              <a:gd name="connsiteX6" fmla="*/ 6617916 w 9382578"/>
              <a:gd name="connsiteY6" fmla="*/ 5825508 h 5829300"/>
              <a:gd name="connsiteX7" fmla="*/ 6568225 w 9382578"/>
              <a:gd name="connsiteY7" fmla="*/ 5826764 h 5829300"/>
              <a:gd name="connsiteX8" fmla="*/ 6568225 w 9382578"/>
              <a:gd name="connsiteY8" fmla="*/ 5829300 h 5829300"/>
              <a:gd name="connsiteX9" fmla="*/ 6467928 w 9382578"/>
              <a:gd name="connsiteY9" fmla="*/ 5829300 h 5829300"/>
              <a:gd name="connsiteX10" fmla="*/ 0 w 9382578"/>
              <a:gd name="connsiteY10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82578" h="5829300">
                <a:moveTo>
                  <a:pt x="0" y="0"/>
                </a:moveTo>
                <a:lnTo>
                  <a:pt x="6467928" y="0"/>
                </a:lnTo>
                <a:lnTo>
                  <a:pt x="6568225" y="0"/>
                </a:lnTo>
                <a:lnTo>
                  <a:pt x="6568225" y="2536"/>
                </a:lnTo>
                <a:lnTo>
                  <a:pt x="6617916" y="3793"/>
                </a:lnTo>
                <a:cubicBezTo>
                  <a:pt x="8157929" y="81856"/>
                  <a:pt x="9382578" y="1355237"/>
                  <a:pt x="9382578" y="2914650"/>
                </a:cubicBezTo>
                <a:cubicBezTo>
                  <a:pt x="9382578" y="4474064"/>
                  <a:pt x="8157929" y="5747444"/>
                  <a:pt x="6617916" y="5825508"/>
                </a:cubicBezTo>
                <a:lnTo>
                  <a:pt x="6568225" y="5826764"/>
                </a:lnTo>
                <a:lnTo>
                  <a:pt x="6568225" y="5829300"/>
                </a:lnTo>
                <a:lnTo>
                  <a:pt x="6467928" y="5829300"/>
                </a:lnTo>
                <a:lnTo>
                  <a:pt x="0" y="5829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9759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97177028-EC0C-E347-99BF-345A1F498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hrive Graphic ">
            <a:extLst>
              <a:ext uri="{FF2B5EF4-FFF2-40B4-BE49-F238E27FC236}">
                <a16:creationId xmlns:a16="http://schemas.microsoft.com/office/drawing/2014/main" id="{4255D18E-1050-9F4C-8214-959B55FEBA06}"/>
              </a:ext>
            </a:extLst>
          </p:cNvPr>
          <p:cNvSpPr/>
          <p:nvPr userDrawn="1"/>
        </p:nvSpPr>
        <p:spPr>
          <a:xfrm>
            <a:off x="0" y="1028700"/>
            <a:ext cx="9382578" cy="5829300"/>
          </a:xfrm>
          <a:custGeom>
            <a:avLst/>
            <a:gdLst>
              <a:gd name="connsiteX0" fmla="*/ 0 w 9382578"/>
              <a:gd name="connsiteY0" fmla="*/ 0 h 5829300"/>
              <a:gd name="connsiteX1" fmla="*/ 6467928 w 9382578"/>
              <a:gd name="connsiteY1" fmla="*/ 0 h 5829300"/>
              <a:gd name="connsiteX2" fmla="*/ 6568225 w 9382578"/>
              <a:gd name="connsiteY2" fmla="*/ 0 h 5829300"/>
              <a:gd name="connsiteX3" fmla="*/ 6568225 w 9382578"/>
              <a:gd name="connsiteY3" fmla="*/ 2536 h 5829300"/>
              <a:gd name="connsiteX4" fmla="*/ 6617916 w 9382578"/>
              <a:gd name="connsiteY4" fmla="*/ 3793 h 5829300"/>
              <a:gd name="connsiteX5" fmla="*/ 9382578 w 9382578"/>
              <a:gd name="connsiteY5" fmla="*/ 2914650 h 5829300"/>
              <a:gd name="connsiteX6" fmla="*/ 6617916 w 9382578"/>
              <a:gd name="connsiteY6" fmla="*/ 5825508 h 5829300"/>
              <a:gd name="connsiteX7" fmla="*/ 6568225 w 9382578"/>
              <a:gd name="connsiteY7" fmla="*/ 5826764 h 5829300"/>
              <a:gd name="connsiteX8" fmla="*/ 6568225 w 9382578"/>
              <a:gd name="connsiteY8" fmla="*/ 5829300 h 5829300"/>
              <a:gd name="connsiteX9" fmla="*/ 6467928 w 9382578"/>
              <a:gd name="connsiteY9" fmla="*/ 5829300 h 5829300"/>
              <a:gd name="connsiteX10" fmla="*/ 0 w 9382578"/>
              <a:gd name="connsiteY10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82578" h="5829300">
                <a:moveTo>
                  <a:pt x="0" y="0"/>
                </a:moveTo>
                <a:lnTo>
                  <a:pt x="6467928" y="0"/>
                </a:lnTo>
                <a:lnTo>
                  <a:pt x="6568225" y="0"/>
                </a:lnTo>
                <a:lnTo>
                  <a:pt x="6568225" y="2536"/>
                </a:lnTo>
                <a:lnTo>
                  <a:pt x="6617916" y="3793"/>
                </a:lnTo>
                <a:cubicBezTo>
                  <a:pt x="8157929" y="81856"/>
                  <a:pt x="9382578" y="1355237"/>
                  <a:pt x="9382578" y="2914650"/>
                </a:cubicBezTo>
                <a:cubicBezTo>
                  <a:pt x="9382578" y="4474064"/>
                  <a:pt x="8157929" y="5747444"/>
                  <a:pt x="6617916" y="5825508"/>
                </a:cubicBezTo>
                <a:lnTo>
                  <a:pt x="6568225" y="5826764"/>
                </a:lnTo>
                <a:lnTo>
                  <a:pt x="6568225" y="5829300"/>
                </a:lnTo>
                <a:lnTo>
                  <a:pt x="6467928" y="5829300"/>
                </a:lnTo>
                <a:lnTo>
                  <a:pt x="0" y="5829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7547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hrive Graphic">
            <a:extLst>
              <a:ext uri="{FF2B5EF4-FFF2-40B4-BE49-F238E27FC236}">
                <a16:creationId xmlns:a16="http://schemas.microsoft.com/office/drawing/2014/main" id="{E1F63B42-0D22-8E40-915C-0A49F423A783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598211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1DD06E22-8F8E-6F49-91FB-6A22C2BB9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hrive Graphic">
            <a:extLst>
              <a:ext uri="{FF2B5EF4-FFF2-40B4-BE49-F238E27FC236}">
                <a16:creationId xmlns:a16="http://schemas.microsoft.com/office/drawing/2014/main" id="{F71C0FC7-7931-054F-84D3-8BE1CC005B86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0152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97177028-EC0C-E347-99BF-345A1F498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hrive Graphic">
            <a:extLst>
              <a:ext uri="{FF2B5EF4-FFF2-40B4-BE49-F238E27FC236}">
                <a16:creationId xmlns:a16="http://schemas.microsoft.com/office/drawing/2014/main" id="{E7BCFBB9-51AF-6643-BD24-EFB26F46D3F8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0526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hrive Graphic">
            <a:extLst>
              <a:ext uri="{FF2B5EF4-FFF2-40B4-BE49-F238E27FC236}">
                <a16:creationId xmlns:a16="http://schemas.microsoft.com/office/drawing/2014/main" id="{E7BCFBB9-51AF-6643-BD24-EFB26F46D3F8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8488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>
            <a:extLst>
              <a:ext uri="{FF2B5EF4-FFF2-40B4-BE49-F238E27FC236}">
                <a16:creationId xmlns:a16="http://schemas.microsoft.com/office/drawing/2014/main" id="{95B33452-B753-4847-AFFD-EB80EE67789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B44C3-B81B-1748-8142-3F68F78EF526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148439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0773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9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7491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544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B1B5F96B-3AB6-BD46-8483-736A5B16B0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hrive Graphic">
            <a:extLst>
              <a:ext uri="{FF2B5EF4-FFF2-40B4-BE49-F238E27FC236}">
                <a16:creationId xmlns:a16="http://schemas.microsoft.com/office/drawing/2014/main" id="{6825D9C4-C0DB-A944-85D9-5DFDB1D34DF9}"/>
              </a:ext>
            </a:extLst>
          </p:cNvPr>
          <p:cNvSpPr/>
          <p:nvPr userDrawn="1"/>
        </p:nvSpPr>
        <p:spPr>
          <a:xfrm>
            <a:off x="0" y="0"/>
            <a:ext cx="9634648" cy="6858000"/>
          </a:xfrm>
          <a:custGeom>
            <a:avLst/>
            <a:gdLst>
              <a:gd name="connsiteX0" fmla="*/ 0 w 9634648"/>
              <a:gd name="connsiteY0" fmla="*/ 0 h 6858000"/>
              <a:gd name="connsiteX1" fmla="*/ 6208684 w 9634648"/>
              <a:gd name="connsiteY1" fmla="*/ 0 h 6858000"/>
              <a:gd name="connsiteX2" fmla="*/ 6326576 w 9634648"/>
              <a:gd name="connsiteY2" fmla="*/ 0 h 6858000"/>
              <a:gd name="connsiteX3" fmla="*/ 6326576 w 9634648"/>
              <a:gd name="connsiteY3" fmla="*/ 2984 h 6858000"/>
              <a:gd name="connsiteX4" fmla="*/ 6384984 w 9634648"/>
              <a:gd name="connsiteY4" fmla="*/ 4462 h 6858000"/>
              <a:gd name="connsiteX5" fmla="*/ 9634648 w 9634648"/>
              <a:gd name="connsiteY5" fmla="*/ 3429000 h 6858000"/>
              <a:gd name="connsiteX6" fmla="*/ 6384984 w 9634648"/>
              <a:gd name="connsiteY6" fmla="*/ 6853539 h 6858000"/>
              <a:gd name="connsiteX7" fmla="*/ 6326576 w 9634648"/>
              <a:gd name="connsiteY7" fmla="*/ 6855017 h 6858000"/>
              <a:gd name="connsiteX8" fmla="*/ 6326576 w 9634648"/>
              <a:gd name="connsiteY8" fmla="*/ 6858000 h 6858000"/>
              <a:gd name="connsiteX9" fmla="*/ 6208684 w 9634648"/>
              <a:gd name="connsiteY9" fmla="*/ 6858000 h 6858000"/>
              <a:gd name="connsiteX10" fmla="*/ 0 w 9634648"/>
              <a:gd name="connsiteY10" fmla="*/ 6858000 h 6858000"/>
              <a:gd name="connsiteX11" fmla="*/ 0 w 9634648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634648" h="6858000">
                <a:moveTo>
                  <a:pt x="0" y="0"/>
                </a:moveTo>
                <a:lnTo>
                  <a:pt x="6208684" y="0"/>
                </a:lnTo>
                <a:lnTo>
                  <a:pt x="6326576" y="0"/>
                </a:lnTo>
                <a:lnTo>
                  <a:pt x="6326576" y="2984"/>
                </a:lnTo>
                <a:lnTo>
                  <a:pt x="6384984" y="4462"/>
                </a:lnTo>
                <a:cubicBezTo>
                  <a:pt x="8195160" y="96301"/>
                  <a:pt x="9634648" y="1594397"/>
                  <a:pt x="9634648" y="3429000"/>
                </a:cubicBezTo>
                <a:cubicBezTo>
                  <a:pt x="9634648" y="5263605"/>
                  <a:pt x="8195160" y="6761699"/>
                  <a:pt x="6384984" y="6853539"/>
                </a:cubicBezTo>
                <a:lnTo>
                  <a:pt x="6326576" y="6855017"/>
                </a:lnTo>
                <a:lnTo>
                  <a:pt x="6326576" y="6858000"/>
                </a:lnTo>
                <a:lnTo>
                  <a:pt x="62086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5836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4CC3BC-1300-4E44-AFB9-7802027ACC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AC426F-C752-2048-96A9-7917DEA1BB1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D396D53-E38B-2E46-AF4B-6EE035E0DCA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98AFCC-687C-664D-8B82-3388505C9C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5B425C-DFEC-B24E-81E8-935B9AFCCB8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28" name="Logo">
            <a:extLst>
              <a:ext uri="{FF2B5EF4-FFF2-40B4-BE49-F238E27FC236}">
                <a16:creationId xmlns:a16="http://schemas.microsoft.com/office/drawing/2014/main" id="{17491D78-0FFD-B442-8059-31DEAF559E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4DDDE9E-5920-B943-8B4E-ECD67EA24B7F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2760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</p15:sldGuideLst>
    </p:ext>
  </p:extLs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4CC3BC-1300-4E44-AFB9-7802027ACC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AC426F-C752-2048-96A9-7917DEA1BB1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349E73E-2AF7-0348-AB96-84D73F85CDE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86850" y="1752600"/>
            <a:ext cx="264795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D396D53-E38B-2E46-AF4B-6EE035E0DCA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98AFCC-687C-664D-8B82-3388505C9C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5B425C-DFEC-B24E-81E8-935B9AFCCB8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D940363-E143-3A43-A2DE-DA774B0DF21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9086850" y="3429000"/>
            <a:ext cx="264795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7164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0A0D82-461B-E54B-9189-CFAEE99C25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39E6DB29-927F-2944-8437-C2244235DF2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97363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0EE8E76B-76B8-7146-B8D3-52D66375311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175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806FAC1-EDBA-0048-80DF-50F1C8E45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4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34985FE-79AD-5742-B9D2-00A4AE2CF29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294632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4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FEA213B-A804-EB49-B44C-3AB2199109CF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132064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4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788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2707">
          <p15:clr>
            <a:srgbClr val="FBAE40"/>
          </p15:clr>
        </p15:guide>
        <p15:guide id="5" pos="5122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11B74FCF-9B30-9F48-8DD1-890FFF253A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403E45C-B304-2443-9005-D5021190F79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33375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612DF03A-89FC-0741-823D-DF7B23871DD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030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7">
            <a:extLst>
              <a:ext uri="{FF2B5EF4-FFF2-40B4-BE49-F238E27FC236}">
                <a16:creationId xmlns:a16="http://schemas.microsoft.com/office/drawing/2014/main" id="{31669BB4-D2F0-F745-A2EB-3A642B2DCC2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8685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57FFF7-9D6A-4F49-99C3-5E6DE4E160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70078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B46CD1BD-2AE3-B14F-BAC1-192A25CB9D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606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58961D3-B37C-8146-BC5F-AA6DBCDFC16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5134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13A5C6D-A904-5147-A595-DBC94D7A9D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32662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0E2D1B-BED7-2842-B31C-459A388153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720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0CA81593-D432-8141-A769-CEF3DE0EB4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33375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6629A84-6CF0-B743-82FC-7D911539433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1030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33128BF1-DB58-8D40-8F40-06513B4DC92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8685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Picture Placeholder 7">
            <a:extLst>
              <a:ext uri="{FF2B5EF4-FFF2-40B4-BE49-F238E27FC236}">
                <a16:creationId xmlns:a16="http://schemas.microsoft.com/office/drawing/2014/main" id="{50F78DE1-F202-5D47-BC77-3D87C5E7595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5720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16DF8498-9603-374A-BD3D-3D8ED3688F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3375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7">
            <a:extLst>
              <a:ext uri="{FF2B5EF4-FFF2-40B4-BE49-F238E27FC236}">
                <a16:creationId xmlns:a16="http://schemas.microsoft.com/office/drawing/2014/main" id="{0512A737-29F4-F047-8706-FD416E3B442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1030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6C3919F5-68FB-9645-981F-911B4761C5A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08685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BFB552EA-68D5-9C4E-84AF-1C457360253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70078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7301CD87-76A1-C040-9A0C-2B465D32A7B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7606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32B9C53B-81EB-A748-8D62-11E10A4C368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5134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9E73DF7C-BD9F-854D-99C4-EF0F911018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32662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FF2737-337F-C94C-8CCD-EDBBBF90CC9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5720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88EAB263-BD40-724A-A7AA-42191BC143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33375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FADB9B56-C8C2-D848-89F7-CADBC54BF4A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1030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80FC0408-4D63-7C42-A9B1-E9812ACFC3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08685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9328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912">
          <p15:clr>
            <a:srgbClr val="FBAE40"/>
          </p15:clr>
        </p15:guide>
        <p15:guide id="5" pos="2102">
          <p15:clr>
            <a:srgbClr val="FBAE40"/>
          </p15:clr>
        </p15:guide>
        <p15:guide id="6" pos="5724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09D6DA-954B-1B42-9E01-790184B814BA}"/>
              </a:ext>
            </a:extLst>
          </p:cNvPr>
          <p:cNvSpPr/>
          <p:nvPr userDrawn="1"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28ACF708-566E-C246-9A0D-BD420C83F1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CFE5C-15A2-8449-899A-8B2C49FB660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26516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312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09D6DA-954B-1B42-9E01-790184B814BA}"/>
              </a:ext>
            </a:extLst>
          </p:cNvPr>
          <p:cNvSpPr/>
          <p:nvPr userDrawn="1"/>
        </p:nvSpPr>
        <p:spPr>
          <a:xfrm>
            <a:off x="5029201" y="0"/>
            <a:ext cx="7162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9361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312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FB51609D-079B-744D-9914-CAA56A3A35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">
            <a:extLst>
              <a:ext uri="{FF2B5EF4-FFF2-40B4-BE49-F238E27FC236}">
                <a16:creationId xmlns:a16="http://schemas.microsoft.com/office/drawing/2014/main" id="{02306B9D-59D8-854B-BEE8-759ECE12CF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9F526-BF97-8C44-8ADF-28371EBDC298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EED9E6-EB1C-E73A-696D-363D0EDB634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bg1"/>
                </a:solidFill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bg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—Third level</a:t>
            </a:r>
          </a:p>
          <a:p>
            <a:pPr lvl="2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500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5ACBF0"/>
          </p15:clr>
        </p15:guide>
        <p15:guide id="3" orient="horz" pos="3744">
          <p15:clr>
            <a:srgbClr val="5ACBF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35E8F714-7DBE-2749-B7B4-B1B3975363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">
            <a:extLst>
              <a:ext uri="{FF2B5EF4-FFF2-40B4-BE49-F238E27FC236}">
                <a16:creationId xmlns:a16="http://schemas.microsoft.com/office/drawing/2014/main" id="{02306B9D-59D8-854B-BEE8-759ECE12CF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8D448-20FF-C249-9C63-7D75BBF51067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2024 Teradata.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6F3D15C-A571-80E9-C4E0-FD79284231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bg1"/>
                </a:solidFill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bg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bg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—Third level</a:t>
            </a:r>
          </a:p>
          <a:p>
            <a:pPr lvl="2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309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4BDE5-C7DB-349E-37A6-8DE6D6C6D3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971550"/>
            <a:ext cx="11277600" cy="4905376"/>
          </a:xfrm>
        </p:spPr>
        <p:txBody>
          <a:bodyPr/>
          <a:lstStyle>
            <a:lvl1pPr>
              <a:lnSpc>
                <a:spcPct val="90000"/>
              </a:lnSpc>
              <a:spcAft>
                <a:spcPts val="1400"/>
              </a:spcAft>
              <a:defRPr sz="3600">
                <a:solidFill>
                  <a:schemeClr val="tx1"/>
                </a:solidFill>
              </a:defRPr>
            </a:lvl1pPr>
            <a:lvl2pPr marL="0" indent="0">
              <a:spcAft>
                <a:spcPts val="1400"/>
              </a:spcAft>
              <a:buNone/>
              <a:defRPr sz="3600">
                <a:solidFill>
                  <a:schemeClr val="tx1"/>
                </a:solidFill>
              </a:defRPr>
            </a:lvl2pPr>
            <a:lvl3pPr marL="0" indent="0"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3pPr>
            <a:lvl4pPr marL="274320" indent="0">
              <a:buNone/>
              <a:defRPr/>
            </a:lvl4pPr>
            <a:lvl5pPr>
              <a:spcAft>
                <a:spcPts val="600"/>
              </a:spcAft>
              <a:defRPr sz="14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—Third level</a:t>
            </a:r>
          </a:p>
          <a:p>
            <a:pPr lvl="2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048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iv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C5F9323-B3A1-7744-B1A3-CDCD563AA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8800" y="419100"/>
            <a:ext cx="6553200" cy="55245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White shape mask must sit on top of picture.</a:t>
            </a:r>
            <a:br>
              <a:rPr lang="en-US"/>
            </a:br>
            <a:r>
              <a:rPr lang="en-US"/>
              <a:t>Footer and slide number must sit on top of mask.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435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orient="horz" pos="264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iv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C5F9323-B3A1-7744-B1A3-CDCD563AA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19100"/>
            <a:ext cx="6553200" cy="55245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White shape mask must sit on top of picture.</a:t>
            </a:r>
            <a:br>
              <a:rPr lang="en-US"/>
            </a:br>
            <a:r>
              <a:rPr lang="en-US"/>
              <a:t>Logo and copyright must sit on top of mask.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0" y="266700"/>
            <a:ext cx="4876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28700"/>
            <a:ext cx="4876800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2438400"/>
            <a:ext cx="48768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0733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orient="horz" pos="264">
          <p15:clr>
            <a:srgbClr val="FBAE40"/>
          </p15:clr>
        </p15:guide>
        <p15:guide id="6" pos="4320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7D07E77-0411-FC4A-9401-3228CD8735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67400" y="419100"/>
            <a:ext cx="6324600" cy="55245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3534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696">
          <p15:clr>
            <a:srgbClr val="FBAE40"/>
          </p15:clr>
        </p15:guide>
        <p15:guide id="5" orient="horz" pos="264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04229F-7C96-E144-9EC5-5BA3CB57DF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7401" y="0"/>
            <a:ext cx="63246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Footer and slide number must sit on top of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547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696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2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04229F-7C96-E144-9EC5-5BA3CB57DF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7401" y="3426246"/>
            <a:ext cx="6324600" cy="3431754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Footer and slide number must sit on top of picture.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1E4F876-109F-C746-8262-163A57AC0A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67400" y="0"/>
            <a:ext cx="6324600" cy="3431754"/>
          </a:xfrm>
          <a:solidFill>
            <a:srgbClr val="888888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051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53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3696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-1/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752600"/>
            <a:ext cx="5638800" cy="41910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8E7EE35-D742-524A-B18B-1F699A726FE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1752600"/>
            <a:ext cx="5638800" cy="4191000"/>
          </a:xfrm>
          <a:solidFill>
            <a:srgbClr val="888888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628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4" pos="3840">
          <p15:clr>
            <a:srgbClr val="FBAE40"/>
          </p15:clr>
        </p15:guide>
        <p15:guide id="5" orient="horz" pos="3744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752600"/>
            <a:ext cx="11277600" cy="41910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51109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Click icon to add picture.</a:t>
            </a:r>
            <a:br>
              <a:rPr lang="en-US"/>
            </a:br>
            <a:r>
              <a:rPr lang="en-US"/>
              <a:t>Eyebrow, title, logo, copyright, footer and slide number must sit on top of picture.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eyebrow or section title]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295FE9FB-224D-4A47-ADD8-17E2B1461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C18F0B-6718-DE42-B513-8000883024A4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04600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648">
          <p15:clr>
            <a:srgbClr val="FBAE40"/>
          </p15:clr>
        </p15:guide>
        <p15:guide id="2" orient="horz" pos="1104">
          <p15:clr>
            <a:srgbClr val="FBAE40"/>
          </p15:clr>
        </p15:guide>
        <p15:guide id="3" orient="horz" pos="3744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gn-off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55E79B8E-60AF-5A47-A76F-04EFD108A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ogo">
            <a:extLst>
              <a:ext uri="{FF2B5EF4-FFF2-40B4-BE49-F238E27FC236}">
                <a16:creationId xmlns:a16="http://schemas.microsoft.com/office/drawing/2014/main" id="{AA79CFCC-33AC-0949-B51B-B82B9F80B0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52800"/>
            <a:ext cx="7955280" cy="1513114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E400C-BA34-5E49-9FE5-A80D3832F6BE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>
                <a:solidFill>
                  <a:schemeClr val="bg1"/>
                </a:solidFill>
              </a:rPr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41307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112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-off 2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1BE907B-31F9-8441-9957-FCD2A28333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52800"/>
            <a:ext cx="7955280" cy="151311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52998-C4DA-B44A-A9D0-02D8DAEBA0BF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1139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1536">
          <p15:clr>
            <a:srgbClr val="FBAE40"/>
          </p15:clr>
        </p15:guide>
        <p15:guide id="2" orient="horz" pos="2112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34EFF524-236A-5540-900C-A063FD5FA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987" y="2695720"/>
            <a:ext cx="4325018" cy="15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789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2 Ink-Sa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34EFF524-236A-5540-900C-A063FD5FA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987" y="2695720"/>
            <a:ext cx="4325018" cy="15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354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B582C0-F1B4-5E45-B235-6254D715FB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6072" y="1230850"/>
            <a:ext cx="11033760" cy="4754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CD3AD5D-9D2F-1B4C-B28D-AEB685F00E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5C23CF-6DFC-4F42-948B-43D27274349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Internal Use Only​</a:t>
            </a:r>
          </a:p>
        </p:txBody>
      </p:sp>
    </p:spTree>
    <p:extLst>
      <p:ext uri="{BB962C8B-B14F-4D97-AF65-F5344CB8AC3E}">
        <p14:creationId xmlns:p14="http://schemas.microsoft.com/office/powerpoint/2010/main" val="151207806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BE8CA-3E13-334A-A201-6659DA8D816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76072" y="1618488"/>
            <a:ext cx="11042904" cy="4591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42C2E6-3408-774A-97A2-68B486044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Page Title Placeholder</a:t>
            </a:r>
          </a:p>
        </p:txBody>
      </p:sp>
    </p:spTree>
    <p:extLst>
      <p:ext uri="{BB962C8B-B14F-4D97-AF65-F5344CB8AC3E}">
        <p14:creationId xmlns:p14="http://schemas.microsoft.com/office/powerpoint/2010/main" val="2174543371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vider-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6A93C-1E39-334D-86E6-E06E46B7D588}"/>
              </a:ext>
            </a:extLst>
          </p:cNvPr>
          <p:cNvSpPr/>
          <p:nvPr/>
        </p:nvSpPr>
        <p:spPr>
          <a:xfrm>
            <a:off x="439386" y="6377048"/>
            <a:ext cx="415389" cy="308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93C848-1138-0648-B4EC-6720AB1DBF76}"/>
              </a:ext>
            </a:extLst>
          </p:cNvPr>
          <p:cNvSpPr/>
          <p:nvPr/>
        </p:nvSpPr>
        <p:spPr>
          <a:xfrm>
            <a:off x="10087303" y="6237514"/>
            <a:ext cx="1669268" cy="5615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5ED13C-49AE-E94D-997A-0947256A800C}"/>
              </a:ext>
            </a:extLst>
          </p:cNvPr>
          <p:cNvSpPr/>
          <p:nvPr/>
        </p:nvSpPr>
        <p:spPr>
          <a:xfrm>
            <a:off x="313327" y="310394"/>
            <a:ext cx="11565346" cy="58047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74A0AD-B87F-7345-AF41-B1DB89286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670" y="6349429"/>
            <a:ext cx="1140032" cy="215339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CED8C87-3990-0347-BF4C-CD07B2DDC31F}"/>
              </a:ext>
            </a:extLst>
          </p:cNvPr>
          <p:cNvSpPr txBox="1">
            <a:spLocks/>
          </p:cNvSpPr>
          <p:nvPr/>
        </p:nvSpPr>
        <p:spPr>
          <a:xfrm>
            <a:off x="509751" y="6393655"/>
            <a:ext cx="328449" cy="25160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50" b="0" i="0" kern="1200" smtClean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250" b="0" i="0" kern="120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</a:t>
            </a:r>
            <a:endParaRPr lang="en-US" sz="1000">
              <a:solidFill>
                <a:schemeClr val="tx2"/>
              </a:solidFill>
            </a:endParaRP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AA0C840-DEF8-3A44-9DF4-460F40F50EF7}"/>
              </a:ext>
            </a:extLst>
          </p:cNvPr>
          <p:cNvSpPr txBox="1">
            <a:spLocks/>
          </p:cNvSpPr>
          <p:nvPr/>
        </p:nvSpPr>
        <p:spPr>
          <a:xfrm>
            <a:off x="509751" y="6393655"/>
            <a:ext cx="328449" cy="25160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50" b="0" i="0" kern="1200" smtClean="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898C9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250" b="0" i="0" kern="1200"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</a:t>
            </a:r>
            <a:endParaRPr lang="en-US" sz="1000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759DE8-318F-C64F-8F19-F9FC316CC409}"/>
              </a:ext>
            </a:extLst>
          </p:cNvPr>
          <p:cNvSpPr/>
          <p:nvPr/>
        </p:nvSpPr>
        <p:spPr>
          <a:xfrm>
            <a:off x="587482" y="6446965"/>
            <a:ext cx="171522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fld id="{233707B4-AEDC-BC43-B2A3-31B9137B1060}" type="slidenum">
              <a:rPr lang="en-US" sz="1100" smtClean="0">
                <a:solidFill>
                  <a:schemeClr val="accent1"/>
                </a:solidFill>
              </a:rPr>
              <a:pPr/>
              <a:t>‹#›</a:t>
            </a:fld>
            <a:endParaRPr lang="en-US" sz="1100">
              <a:solidFill>
                <a:schemeClr val="accent1"/>
              </a:solidFill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B76839E-C42F-744B-87EC-FA804AF210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1727" y="3429000"/>
            <a:ext cx="11568546" cy="3918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lang="en-US" sz="22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effectLst/>
                <a:latin typeface="Arial" panose="020B0604020202020204" pitchFamily="34" charset="0"/>
              </a:rPr>
              <a:t>Subtitle Placeholder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5253153C-B4ED-AF4C-8BD5-B5C8A79DAA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1727" y="2484466"/>
            <a:ext cx="11568546" cy="928687"/>
          </a:xfrm>
        </p:spPr>
        <p:txBody>
          <a:bodyPr t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Divider Title Placeholder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1A36DEF-F7D3-3B40-91C8-90D615B1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0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oleObject" Target="../embeddings/oleObject1.bin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00.xml"/><Relationship Id="rId47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08.xml"/><Relationship Id="rId55" Type="http://schemas.openxmlformats.org/officeDocument/2006/relationships/theme" Target="../theme/theme2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82.xml"/><Relationship Id="rId32" Type="http://schemas.openxmlformats.org/officeDocument/2006/relationships/slideLayout" Target="../slideLayouts/slideLayout90.xml"/><Relationship Id="rId37" Type="http://schemas.openxmlformats.org/officeDocument/2006/relationships/slideLayout" Target="../slideLayouts/slideLayout95.xml"/><Relationship Id="rId40" Type="http://schemas.openxmlformats.org/officeDocument/2006/relationships/slideLayout" Target="../slideLayouts/slideLayout98.xml"/><Relationship Id="rId45" Type="http://schemas.openxmlformats.org/officeDocument/2006/relationships/slideLayout" Target="../slideLayouts/slideLayout103.xml"/><Relationship Id="rId53" Type="http://schemas.openxmlformats.org/officeDocument/2006/relationships/slideLayout" Target="../slideLayouts/slideLayout111.xml"/><Relationship Id="rId58" Type="http://schemas.openxmlformats.org/officeDocument/2006/relationships/image" Target="../media/image1.emf"/><Relationship Id="rId5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77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85.xml"/><Relationship Id="rId30" Type="http://schemas.openxmlformats.org/officeDocument/2006/relationships/slideLayout" Target="../slideLayouts/slideLayout88.xml"/><Relationship Id="rId35" Type="http://schemas.openxmlformats.org/officeDocument/2006/relationships/slideLayout" Target="../slideLayouts/slideLayout93.xml"/><Relationship Id="rId43" Type="http://schemas.openxmlformats.org/officeDocument/2006/relationships/slideLayout" Target="../slideLayouts/slideLayout101.xml"/><Relationship Id="rId48" Type="http://schemas.openxmlformats.org/officeDocument/2006/relationships/slideLayout" Target="../slideLayouts/slideLayout106.xml"/><Relationship Id="rId56" Type="http://schemas.openxmlformats.org/officeDocument/2006/relationships/tags" Target="../tags/tag2.xml"/><Relationship Id="rId8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104.xml"/><Relationship Id="rId59" Type="http://schemas.openxmlformats.org/officeDocument/2006/relationships/image" Target="../media/image2.emf"/><Relationship Id="rId20" Type="http://schemas.openxmlformats.org/officeDocument/2006/relationships/slideLayout" Target="../slideLayouts/slideLayout78.xml"/><Relationship Id="rId41" Type="http://schemas.openxmlformats.org/officeDocument/2006/relationships/slideLayout" Target="../slideLayouts/slideLayout99.xml"/><Relationship Id="rId54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81.xml"/><Relationship Id="rId28" Type="http://schemas.openxmlformats.org/officeDocument/2006/relationships/slideLayout" Target="../slideLayouts/slideLayout86.xml"/><Relationship Id="rId36" Type="http://schemas.openxmlformats.org/officeDocument/2006/relationships/slideLayout" Target="../slideLayouts/slideLayout94.xml"/><Relationship Id="rId49" Type="http://schemas.openxmlformats.org/officeDocument/2006/relationships/slideLayout" Target="../slideLayouts/slideLayout107.xml"/><Relationship Id="rId57" Type="http://schemas.openxmlformats.org/officeDocument/2006/relationships/oleObject" Target="../embeddings/oleObject2.bin"/><Relationship Id="rId10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9.xml"/><Relationship Id="rId44" Type="http://schemas.openxmlformats.org/officeDocument/2006/relationships/slideLayout" Target="../slideLayouts/slideLayout102.xml"/><Relationship Id="rId52" Type="http://schemas.openxmlformats.org/officeDocument/2006/relationships/slideLayout" Target="../slideLayouts/slideLayout11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5.xml"/><Relationship Id="rId18" Type="http://schemas.openxmlformats.org/officeDocument/2006/relationships/slideLayout" Target="../slideLayouts/slideLayout130.xml"/><Relationship Id="rId26" Type="http://schemas.openxmlformats.org/officeDocument/2006/relationships/slideLayout" Target="../slideLayouts/slideLayout138.xml"/><Relationship Id="rId39" Type="http://schemas.openxmlformats.org/officeDocument/2006/relationships/slideLayout" Target="../slideLayouts/slideLayout151.xml"/><Relationship Id="rId21" Type="http://schemas.openxmlformats.org/officeDocument/2006/relationships/slideLayout" Target="../slideLayouts/slideLayout133.xml"/><Relationship Id="rId34" Type="http://schemas.openxmlformats.org/officeDocument/2006/relationships/slideLayout" Target="../slideLayouts/slideLayout146.xml"/><Relationship Id="rId42" Type="http://schemas.openxmlformats.org/officeDocument/2006/relationships/slideLayout" Target="../slideLayouts/slideLayout154.xml"/><Relationship Id="rId47" Type="http://schemas.openxmlformats.org/officeDocument/2006/relationships/slideLayout" Target="../slideLayouts/slideLayout159.xml"/><Relationship Id="rId50" Type="http://schemas.openxmlformats.org/officeDocument/2006/relationships/slideLayout" Target="../slideLayouts/slideLayout162.xml"/><Relationship Id="rId7" Type="http://schemas.openxmlformats.org/officeDocument/2006/relationships/slideLayout" Target="../slideLayouts/slideLayout119.xml"/><Relationship Id="rId2" Type="http://schemas.openxmlformats.org/officeDocument/2006/relationships/slideLayout" Target="../slideLayouts/slideLayout114.xml"/><Relationship Id="rId16" Type="http://schemas.openxmlformats.org/officeDocument/2006/relationships/slideLayout" Target="../slideLayouts/slideLayout128.xml"/><Relationship Id="rId29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23.xml"/><Relationship Id="rId24" Type="http://schemas.openxmlformats.org/officeDocument/2006/relationships/slideLayout" Target="../slideLayouts/slideLayout136.xml"/><Relationship Id="rId32" Type="http://schemas.openxmlformats.org/officeDocument/2006/relationships/slideLayout" Target="../slideLayouts/slideLayout144.xml"/><Relationship Id="rId37" Type="http://schemas.openxmlformats.org/officeDocument/2006/relationships/slideLayout" Target="../slideLayouts/slideLayout149.xml"/><Relationship Id="rId40" Type="http://schemas.openxmlformats.org/officeDocument/2006/relationships/slideLayout" Target="../slideLayouts/slideLayout152.xml"/><Relationship Id="rId45" Type="http://schemas.openxmlformats.org/officeDocument/2006/relationships/slideLayout" Target="../slideLayouts/slideLayout157.xml"/><Relationship Id="rId53" Type="http://schemas.openxmlformats.org/officeDocument/2006/relationships/theme" Target="../theme/theme3.xml"/><Relationship Id="rId5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31.xml"/><Relationship Id="rId31" Type="http://schemas.openxmlformats.org/officeDocument/2006/relationships/slideLayout" Target="../slideLayouts/slideLayout143.xml"/><Relationship Id="rId44" Type="http://schemas.openxmlformats.org/officeDocument/2006/relationships/slideLayout" Target="../slideLayouts/slideLayout156.xml"/><Relationship Id="rId52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Relationship Id="rId22" Type="http://schemas.openxmlformats.org/officeDocument/2006/relationships/slideLayout" Target="../slideLayouts/slideLayout134.xml"/><Relationship Id="rId27" Type="http://schemas.openxmlformats.org/officeDocument/2006/relationships/slideLayout" Target="../slideLayouts/slideLayout139.xml"/><Relationship Id="rId30" Type="http://schemas.openxmlformats.org/officeDocument/2006/relationships/slideLayout" Target="../slideLayouts/slideLayout142.xml"/><Relationship Id="rId35" Type="http://schemas.openxmlformats.org/officeDocument/2006/relationships/slideLayout" Target="../slideLayouts/slideLayout147.xml"/><Relationship Id="rId43" Type="http://schemas.openxmlformats.org/officeDocument/2006/relationships/slideLayout" Target="../slideLayouts/slideLayout155.xml"/><Relationship Id="rId48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20.xml"/><Relationship Id="rId51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9.xml"/><Relationship Id="rId25" Type="http://schemas.openxmlformats.org/officeDocument/2006/relationships/slideLayout" Target="../slideLayouts/slideLayout137.xml"/><Relationship Id="rId33" Type="http://schemas.openxmlformats.org/officeDocument/2006/relationships/slideLayout" Target="../slideLayouts/slideLayout145.xml"/><Relationship Id="rId38" Type="http://schemas.openxmlformats.org/officeDocument/2006/relationships/slideLayout" Target="../slideLayouts/slideLayout150.xml"/><Relationship Id="rId46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132.xml"/><Relationship Id="rId41" Type="http://schemas.openxmlformats.org/officeDocument/2006/relationships/slideLayout" Target="../slideLayouts/slideLayout153.xml"/><Relationship Id="rId54" Type="http://schemas.openxmlformats.org/officeDocument/2006/relationships/image" Target="../media/image2.emf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27.xml"/><Relationship Id="rId23" Type="http://schemas.openxmlformats.org/officeDocument/2006/relationships/slideLayout" Target="../slideLayouts/slideLayout135.xml"/><Relationship Id="rId28" Type="http://schemas.openxmlformats.org/officeDocument/2006/relationships/slideLayout" Target="../slideLayouts/slideLayout140.xml"/><Relationship Id="rId36" Type="http://schemas.openxmlformats.org/officeDocument/2006/relationships/slideLayout" Target="../slideLayouts/slideLayout148.xml"/><Relationship Id="rId49" Type="http://schemas.openxmlformats.org/officeDocument/2006/relationships/slideLayout" Target="../slideLayouts/slideLayout1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F43A41A-DB4E-E66A-8C00-FA22DA0672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0"/>
            </p:custDataLst>
            <p:extLst>
              <p:ext uri="{D42A27DB-BD31-4B8C-83A1-F6EECF244321}">
                <p14:modId xmlns:p14="http://schemas.microsoft.com/office/powerpoint/2010/main" val="17235941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1" imgW="435" imgH="435" progId="TCLayout.ActiveDocument.1">
                  <p:embed/>
                </p:oleObj>
              </mc:Choice>
              <mc:Fallback>
                <p:oleObj name="think-cell Slide" r:id="rId61" imgW="435" imgH="43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43A41A-DB4E-E66A-8C00-FA22DA0672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Logo">
            <a:extLst>
              <a:ext uri="{FF2B5EF4-FFF2-40B4-BE49-F238E27FC236}">
                <a16:creationId xmlns:a16="http://schemas.microsoft.com/office/drawing/2014/main" id="{D1BA8847-ACB7-244F-8DB7-73C92157B312}"/>
              </a:ext>
            </a:extLst>
          </p:cNvPr>
          <p:cNvPicPr>
            <a:picLocks noChangeAspect="1"/>
          </p:cNvPicPr>
          <p:nvPr userDrawn="1"/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8A0DC-8F5C-D724-948F-3D1B52FEF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20200" y="6286501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FDF4-B8AE-FB21-F96B-EB46EAF11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286500"/>
            <a:ext cx="457200" cy="3657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154135-788A-351A-C4C5-FF0944C3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14097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E50ED-D8AD-D237-09F7-E36D127DA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438400"/>
            <a:ext cx="11277600" cy="350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7D3FF-575E-0A46-B8BB-29F308E25990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2026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39960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5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52" r:id="rId27"/>
    <p:sldLayoutId id="2147483753" r:id="rId28"/>
    <p:sldLayoutId id="2147483754" r:id="rId29"/>
    <p:sldLayoutId id="2147483755" r:id="rId30"/>
    <p:sldLayoutId id="2147483756" r:id="rId31"/>
    <p:sldLayoutId id="2147483757" r:id="rId32"/>
    <p:sldLayoutId id="2147483758" r:id="rId33"/>
    <p:sldLayoutId id="2147483759" r:id="rId34"/>
    <p:sldLayoutId id="2147483760" r:id="rId35"/>
    <p:sldLayoutId id="2147483762" r:id="rId36"/>
    <p:sldLayoutId id="2147483763" r:id="rId37"/>
    <p:sldLayoutId id="2147483765" r:id="rId38"/>
    <p:sldLayoutId id="2147483767" r:id="rId39"/>
    <p:sldLayoutId id="2147483768" r:id="rId40"/>
    <p:sldLayoutId id="2147483769" r:id="rId41"/>
    <p:sldLayoutId id="2147483770" r:id="rId42"/>
    <p:sldLayoutId id="2147483771" r:id="rId43"/>
    <p:sldLayoutId id="2147483772" r:id="rId44"/>
    <p:sldLayoutId id="2147483773" r:id="rId45"/>
    <p:sldLayoutId id="2147483774" r:id="rId46"/>
    <p:sldLayoutId id="2147483775" r:id="rId47"/>
    <p:sldLayoutId id="2147483777" r:id="rId48"/>
    <p:sldLayoutId id="2147483779" r:id="rId49"/>
    <p:sldLayoutId id="2147483780" r:id="rId50"/>
    <p:sldLayoutId id="2147483781" r:id="rId51"/>
    <p:sldLayoutId id="2147483782" r:id="rId52"/>
    <p:sldLayoutId id="2147483783" r:id="rId53"/>
    <p:sldLayoutId id="2147483784" r:id="rId54"/>
    <p:sldLayoutId id="2147483785" r:id="rId55"/>
    <p:sldLayoutId id="2147483786" r:id="rId56"/>
    <p:sldLayoutId id="2147483787" r:id="rId57"/>
    <p:sldLayoutId id="2147483843" r:id="rId5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84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tabLst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">
          <p15:clr>
            <a:srgbClr val="F26B43"/>
          </p15:clr>
        </p15:guide>
        <p15:guide id="3" pos="7392">
          <p15:clr>
            <a:srgbClr val="F26B43"/>
          </p15:clr>
        </p15:guide>
        <p15:guide id="7" orient="horz" pos="16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ACDF85C-0E9C-69DE-3C27-3FA4AECD71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6"/>
            </p:custDataLst>
            <p:extLst>
              <p:ext uri="{D42A27DB-BD31-4B8C-83A1-F6EECF244321}">
                <p14:modId xmlns:p14="http://schemas.microsoft.com/office/powerpoint/2010/main" val="494488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7" imgW="435" imgH="435" progId="TCLayout.ActiveDocument.1">
                  <p:embed/>
                </p:oleObj>
              </mc:Choice>
              <mc:Fallback>
                <p:oleObj name="think-cell Slide" r:id="rId57" imgW="435" imgH="43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ACDF85C-0E9C-69DE-3C27-3FA4AECD71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Logo">
            <a:extLst>
              <a:ext uri="{FF2B5EF4-FFF2-40B4-BE49-F238E27FC236}">
                <a16:creationId xmlns:a16="http://schemas.microsoft.com/office/drawing/2014/main" id="{D1BA8847-ACB7-244F-8DB7-73C92157B312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8A0DC-8F5C-D724-948F-3D1B52FEF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1715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FDF4-B8AE-FB21-F96B-EB46EAF11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286500"/>
            <a:ext cx="457200" cy="3657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BA692D1-E64B-5E46-AD97-864E11304DC0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154135-788A-351A-C4C5-FF0944C3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14097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E50ED-D8AD-D237-09F7-E36D127DA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438400"/>
            <a:ext cx="11277600" cy="350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7D3FF-575E-0A46-B8BB-29F308E25990}"/>
              </a:ext>
            </a:extLst>
          </p:cNvPr>
          <p:cNvSpPr txBox="1"/>
          <p:nvPr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2025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964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  <p:sldLayoutId id="2147483806" r:id="rId18"/>
    <p:sldLayoutId id="2147483807" r:id="rId19"/>
    <p:sldLayoutId id="2147483808" r:id="rId20"/>
    <p:sldLayoutId id="2147483809" r:id="rId21"/>
    <p:sldLayoutId id="2147483810" r:id="rId22"/>
    <p:sldLayoutId id="2147483811" r:id="rId23"/>
    <p:sldLayoutId id="2147483812" r:id="rId24"/>
    <p:sldLayoutId id="2147483813" r:id="rId25"/>
    <p:sldLayoutId id="2147483814" r:id="rId26"/>
    <p:sldLayoutId id="2147483815" r:id="rId27"/>
    <p:sldLayoutId id="2147483816" r:id="rId28"/>
    <p:sldLayoutId id="2147483817" r:id="rId29"/>
    <p:sldLayoutId id="2147483818" r:id="rId30"/>
    <p:sldLayoutId id="2147483819" r:id="rId31"/>
    <p:sldLayoutId id="2147483820" r:id="rId32"/>
    <p:sldLayoutId id="2147483821" r:id="rId33"/>
    <p:sldLayoutId id="2147483822" r:id="rId34"/>
    <p:sldLayoutId id="2147483823" r:id="rId35"/>
    <p:sldLayoutId id="2147483824" r:id="rId36"/>
    <p:sldLayoutId id="2147483825" r:id="rId37"/>
    <p:sldLayoutId id="2147483826" r:id="rId38"/>
    <p:sldLayoutId id="2147483827" r:id="rId39"/>
    <p:sldLayoutId id="2147483828" r:id="rId40"/>
    <p:sldLayoutId id="2147483829" r:id="rId41"/>
    <p:sldLayoutId id="2147483830" r:id="rId42"/>
    <p:sldLayoutId id="2147483831" r:id="rId43"/>
    <p:sldLayoutId id="2147483832" r:id="rId44"/>
    <p:sldLayoutId id="2147483833" r:id="rId45"/>
    <p:sldLayoutId id="2147483834" r:id="rId46"/>
    <p:sldLayoutId id="2147483835" r:id="rId47"/>
    <p:sldLayoutId id="2147483836" r:id="rId48"/>
    <p:sldLayoutId id="2147483837" r:id="rId49"/>
    <p:sldLayoutId id="2147483838" r:id="rId50"/>
    <p:sldLayoutId id="2147483839" r:id="rId51"/>
    <p:sldLayoutId id="2147483840" r:id="rId52"/>
    <p:sldLayoutId id="2147483841" r:id="rId53"/>
    <p:sldLayoutId id="2147483842" r:id="rId5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84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tabLst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">
          <p15:clr>
            <a:srgbClr val="F26B43"/>
          </p15:clr>
        </p15:guide>
        <p15:guide id="3" pos="7392">
          <p15:clr>
            <a:srgbClr val="F26B43"/>
          </p15:clr>
        </p15:guide>
        <p15:guide id="7" orient="horz" pos="1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Logo">
            <a:extLst>
              <a:ext uri="{FF2B5EF4-FFF2-40B4-BE49-F238E27FC236}">
                <a16:creationId xmlns:a16="http://schemas.microsoft.com/office/drawing/2014/main" id="{D1BA8847-ACB7-244F-8DB7-73C92157B312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8A0DC-8F5C-D724-948F-3D1B52FEF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1715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FDF4-B8AE-FB21-F96B-EB46EAF11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286500"/>
            <a:ext cx="457200" cy="3657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154135-788A-351A-C4C5-FF0944C3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14097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E50ED-D8AD-D237-09F7-E36D127DA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438400"/>
            <a:ext cx="11277600" cy="350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7D3FF-575E-0A46-B8BB-29F308E25990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/>
              <a:t>© 2026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3571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4" r:id="rId1"/>
    <p:sldLayoutId id="2147484065" r:id="rId2"/>
    <p:sldLayoutId id="2147484066" r:id="rId3"/>
    <p:sldLayoutId id="2147484067" r:id="rId4"/>
    <p:sldLayoutId id="2147484068" r:id="rId5"/>
    <p:sldLayoutId id="2147484069" r:id="rId6"/>
    <p:sldLayoutId id="2147484070" r:id="rId7"/>
    <p:sldLayoutId id="2147484071" r:id="rId8"/>
    <p:sldLayoutId id="2147484072" r:id="rId9"/>
    <p:sldLayoutId id="2147484073" r:id="rId10"/>
    <p:sldLayoutId id="2147484074" r:id="rId11"/>
    <p:sldLayoutId id="2147484075" r:id="rId12"/>
    <p:sldLayoutId id="2147484076" r:id="rId13"/>
    <p:sldLayoutId id="2147484077" r:id="rId14"/>
    <p:sldLayoutId id="2147484078" r:id="rId15"/>
    <p:sldLayoutId id="2147484079" r:id="rId16"/>
    <p:sldLayoutId id="2147484080" r:id="rId17"/>
    <p:sldLayoutId id="2147484081" r:id="rId18"/>
    <p:sldLayoutId id="2147484082" r:id="rId19"/>
    <p:sldLayoutId id="2147484083" r:id="rId20"/>
    <p:sldLayoutId id="2147484084" r:id="rId21"/>
    <p:sldLayoutId id="2147484085" r:id="rId22"/>
    <p:sldLayoutId id="2147484086" r:id="rId23"/>
    <p:sldLayoutId id="2147484087" r:id="rId24"/>
    <p:sldLayoutId id="2147484088" r:id="rId25"/>
    <p:sldLayoutId id="2147484089" r:id="rId26"/>
    <p:sldLayoutId id="2147484090" r:id="rId27"/>
    <p:sldLayoutId id="2147484091" r:id="rId28"/>
    <p:sldLayoutId id="2147484092" r:id="rId29"/>
    <p:sldLayoutId id="2147484093" r:id="rId30"/>
    <p:sldLayoutId id="2147484094" r:id="rId31"/>
    <p:sldLayoutId id="2147484095" r:id="rId32"/>
    <p:sldLayoutId id="2147484096" r:id="rId33"/>
    <p:sldLayoutId id="2147484097" r:id="rId34"/>
    <p:sldLayoutId id="2147484098" r:id="rId35"/>
    <p:sldLayoutId id="2147484099" r:id="rId36"/>
    <p:sldLayoutId id="2147484100" r:id="rId37"/>
    <p:sldLayoutId id="2147484101" r:id="rId38"/>
    <p:sldLayoutId id="2147484102" r:id="rId39"/>
    <p:sldLayoutId id="2147484103" r:id="rId40"/>
    <p:sldLayoutId id="2147484104" r:id="rId41"/>
    <p:sldLayoutId id="2147484105" r:id="rId42"/>
    <p:sldLayoutId id="2147484106" r:id="rId43"/>
    <p:sldLayoutId id="2147484107" r:id="rId44"/>
    <p:sldLayoutId id="2147484108" r:id="rId45"/>
    <p:sldLayoutId id="2147484109" r:id="rId46"/>
    <p:sldLayoutId id="2147484110" r:id="rId47"/>
    <p:sldLayoutId id="2147484111" r:id="rId48"/>
    <p:sldLayoutId id="2147484112" r:id="rId49"/>
    <p:sldLayoutId id="2147484113" r:id="rId50"/>
    <p:sldLayoutId id="2147484114" r:id="rId51"/>
    <p:sldLayoutId id="2147484115" r:id="rId5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84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tabLst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">
          <p15:clr>
            <a:srgbClr val="F26B43"/>
          </p15:clr>
        </p15:guide>
        <p15:guide id="3" pos="7392">
          <p15:clr>
            <a:srgbClr val="F26B43"/>
          </p15:clr>
        </p15:guide>
        <p15:guide id="7" orient="horz" pos="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9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9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davidchanty/Teradata/tree/main/TeradataGE/Notebooks" TargetMode="External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9.xml"/><Relationship Id="rId6" Type="http://schemas.openxmlformats.org/officeDocument/2006/relationships/hyperlink" Target="https://github.com/davidchanty/Teradata/tree/main/TeradataGE/Documents" TargetMode="External"/><Relationship Id="rId5" Type="http://schemas.openxmlformats.org/officeDocument/2006/relationships/image" Target="../media/image25.png"/><Relationship Id="rId4" Type="http://schemas.openxmlformats.org/officeDocument/2006/relationships/hyperlink" Target="https://pypi.org/project/TeradataG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F127A-DFD2-27C8-9E71-F0CC8218D1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7F454E9-2D48-C2B0-88B5-DAABE354D6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257300"/>
            <a:ext cx="6753497" cy="3181350"/>
          </a:xfrm>
        </p:spPr>
        <p:txBody>
          <a:bodyPr/>
          <a:lstStyle/>
          <a:p>
            <a:r>
              <a:rPr lang="en-US" sz="4800" dirty="0"/>
              <a:t>Teradata</a:t>
            </a:r>
            <a:br>
              <a:rPr lang="en-US" sz="4800" dirty="0"/>
            </a:br>
            <a:r>
              <a:rPr lang="en-US" sz="4800" dirty="0"/>
              <a:t>In-database</a:t>
            </a:r>
            <a:br>
              <a:rPr lang="en-US" sz="5400" dirty="0"/>
            </a:br>
            <a:r>
              <a:rPr lang="en-US" sz="5400" dirty="0"/>
              <a:t>Graph Functions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A38D2F2-4C42-D20F-2CC8-2CDF9EA21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4800599"/>
            <a:ext cx="6217921" cy="1338943"/>
          </a:xfrm>
        </p:spPr>
        <p:txBody>
          <a:bodyPr/>
          <a:lstStyle/>
          <a:p>
            <a:r>
              <a:rPr lang="en-US" sz="1600" dirty="0"/>
              <a:t>David Chan, Distinguished Data Scientist</a:t>
            </a:r>
          </a:p>
          <a:p>
            <a:r>
              <a:rPr lang="en-US" sz="1800" dirty="0"/>
              <a:t>Karthik Guruswamy, Financial Services AI Strategy Lead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4875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C7587-41B7-772C-422F-4E1F66B782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In-database Graph Functions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FB5FBA-A1D1-D34B-9C43-DE1C72BFB7FA}"/>
              </a:ext>
            </a:extLst>
          </p:cNvPr>
          <p:cNvSpPr txBox="1"/>
          <p:nvPr/>
        </p:nvSpPr>
        <p:spPr>
          <a:xfrm>
            <a:off x="10986236" y="-35213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182880" tIns="182880" rIns="182880" bIns="18288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B767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A27305-1858-C60D-D5BC-337399897484}"/>
              </a:ext>
            </a:extLst>
          </p:cNvPr>
          <p:cNvSpPr/>
          <p:nvPr/>
        </p:nvSpPr>
        <p:spPr>
          <a:xfrm>
            <a:off x="317500" y="1223582"/>
            <a:ext cx="3657600" cy="4925955"/>
          </a:xfrm>
          <a:prstGeom prst="roundRect">
            <a:avLst>
              <a:gd name="adj" fmla="val 318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2000" b="1" dirty="0">
                <a:solidFill>
                  <a:schemeClr val="tx2"/>
                </a:solidFill>
              </a:rPr>
              <a:t>Overview</a:t>
            </a:r>
          </a:p>
          <a:p>
            <a:pPr algn="l"/>
            <a:endParaRPr lang="en-US" sz="2000" b="1" dirty="0">
              <a:solidFill>
                <a:schemeClr val="tx2"/>
              </a:solidFill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As organizations manage increasingly interconnected data, including customer relationships, supply chains, fraud networks, and knowledge graphs, the ability to analyze complex relationships at scale has become a strategic priority. 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Traditional relational databases were not designed for this type of analysis. 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In-database graph functionality addresses this gap by embedding native graph processing directly within the enterprise data platform and eliminating the need to extract, transform, and move data to a separate graph engine.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23B142-4EE3-598B-6EFF-1867D6E6051B}"/>
              </a:ext>
            </a:extLst>
          </p:cNvPr>
          <p:cNvSpPr/>
          <p:nvPr/>
        </p:nvSpPr>
        <p:spPr>
          <a:xfrm>
            <a:off x="4267200" y="1223582"/>
            <a:ext cx="3657600" cy="4925955"/>
          </a:xfrm>
          <a:prstGeom prst="roundRect">
            <a:avLst>
              <a:gd name="adj" fmla="val 318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2000" b="1" dirty="0">
                <a:solidFill>
                  <a:schemeClr val="tx2"/>
                </a:solidFill>
              </a:rPr>
              <a:t>Problem</a:t>
            </a:r>
          </a:p>
          <a:p>
            <a:pPr algn="l"/>
            <a:endParaRPr lang="en-US" sz="2000" b="1" dirty="0">
              <a:solidFill>
                <a:schemeClr val="tx2"/>
              </a:solidFill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Relationship-intensive analytics often require organizations to run a separate graph database alongside their primary data platform. 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This creates friction due to duplicated data, complex pipelines, fragmented governance, and limited ability to join graph results with existing analytical data. 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outcome is higher costs, increased latency, and added operational complexity.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5A80BB7-6A03-7655-80D6-69AF8E40C921}"/>
              </a:ext>
            </a:extLst>
          </p:cNvPr>
          <p:cNvSpPr/>
          <p:nvPr/>
        </p:nvSpPr>
        <p:spPr>
          <a:xfrm>
            <a:off x="8216900" y="1223582"/>
            <a:ext cx="3657600" cy="4925955"/>
          </a:xfrm>
          <a:prstGeom prst="roundRect">
            <a:avLst>
              <a:gd name="adj" fmla="val 3180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sz="2000" b="1" dirty="0">
                <a:solidFill>
                  <a:schemeClr val="tx2"/>
                </a:solidFill>
              </a:rPr>
              <a:t>Solution</a:t>
            </a:r>
          </a:p>
          <a:p>
            <a:pPr algn="l"/>
            <a:endParaRPr lang="en-US" sz="2000" b="1" dirty="0">
              <a:solidFill>
                <a:schemeClr val="tx2"/>
              </a:solidFill>
            </a:endParaRP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In-database graph functions bring graph traversal, path analysis, and network analytics directly into the SQL execution environment.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Users can express graph queries such as shortest path, community detection, centrality scoring, and subgraph matching using familiar SQL syntax or purpose-built graph extensions, while operating directly on data where it already resides. </a:t>
            </a:r>
          </a:p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There is no data movement, no separate system to manage, and no additional cost.</a:t>
            </a: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23FC1D21-D27B-5863-6B34-8D101B626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15" y="495300"/>
            <a:ext cx="11277600" cy="596717"/>
          </a:xfrm>
        </p:spPr>
        <p:txBody>
          <a:bodyPr/>
          <a:lstStyle/>
          <a:p>
            <a:r>
              <a:rPr lang="en-US" dirty="0"/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1725652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6C15D-4D2B-1342-DC51-C22CE5D7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65C3C0-EF74-D1B4-7C79-C0692D8F5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683" y="769126"/>
            <a:ext cx="8021970" cy="240001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EA133-0E61-93E9-51AC-ABEB71B92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In-database Graph Functions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5A8641-65D0-F743-88FF-326AB0B82520}"/>
              </a:ext>
            </a:extLst>
          </p:cNvPr>
          <p:cNvSpPr txBox="1"/>
          <p:nvPr/>
        </p:nvSpPr>
        <p:spPr>
          <a:xfrm>
            <a:off x="10986236" y="-35213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182880" tIns="182880" rIns="182880" bIns="18288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B767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BD34651-F047-E236-8D05-A80E596CC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15" y="495300"/>
            <a:ext cx="11277600" cy="59671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3C33A-FE9E-D706-F8C6-76F0E13B2B45}"/>
              </a:ext>
            </a:extLst>
          </p:cNvPr>
          <p:cNvSpPr txBox="1"/>
          <p:nvPr/>
        </p:nvSpPr>
        <p:spPr>
          <a:xfrm>
            <a:off x="308088" y="3169142"/>
            <a:ext cx="11883912" cy="13633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400" b="1" dirty="0">
                <a:solidFill>
                  <a:schemeClr val="tx2"/>
                </a:solidFill>
              </a:rPr>
              <a:t>Teradata Stored Procedures</a:t>
            </a:r>
          </a:p>
          <a:p>
            <a:pPr algn="l"/>
            <a:r>
              <a:rPr lang="en-US" sz="1400" dirty="0"/>
              <a:t>Each graph algorithm is delivered as a stored procedure that accepts input parameters such as the</a:t>
            </a:r>
          </a:p>
          <a:p>
            <a:pPr algn="l"/>
            <a:r>
              <a:rPr lang="en-US" sz="1400" dirty="0"/>
              <a:t>source table, node and edge column names, a starting node, or a depth limit. The procedure</a:t>
            </a:r>
          </a:p>
          <a:p>
            <a:pPr algn="l"/>
            <a:r>
              <a:rPr lang="en-US" sz="1400" dirty="0"/>
              <a:t>encapsulates all execution logic within Teradata. As a result, graph functions can be invoked like any</a:t>
            </a:r>
          </a:p>
          <a:p>
            <a:pPr algn="l"/>
            <a:r>
              <a:rPr lang="en-US" sz="1400" dirty="0"/>
              <a:t>other database procedure, secured through standard Teradata role management, and versioned and</a:t>
            </a:r>
          </a:p>
          <a:p>
            <a:pPr algn="l"/>
            <a:r>
              <a:rPr lang="en-US" sz="1400" dirty="0"/>
              <a:t>deployed as native database objects.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C71B1-CC55-2860-DF91-3215F558C5D8}"/>
              </a:ext>
            </a:extLst>
          </p:cNvPr>
          <p:cNvSpPr txBox="1"/>
          <p:nvPr/>
        </p:nvSpPr>
        <p:spPr>
          <a:xfrm>
            <a:off x="308088" y="4743036"/>
            <a:ext cx="11883912" cy="13633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400" b="1" dirty="0">
                <a:solidFill>
                  <a:schemeClr val="tx2"/>
                </a:solidFill>
              </a:rPr>
              <a:t>Python Wrapper</a:t>
            </a:r>
          </a:p>
          <a:p>
            <a:pPr algn="l"/>
            <a:r>
              <a:rPr lang="en-US" sz="1400" dirty="0" err="1"/>
              <a:t>TeradataGE</a:t>
            </a:r>
            <a:r>
              <a:rPr lang="en-US" sz="1400" dirty="0"/>
              <a:t>, or Teradata Graph Engine, is a Python package that wraps stored procedure calls and</a:t>
            </a:r>
          </a:p>
          <a:p>
            <a:pPr algn="l"/>
            <a:r>
              <a:rPr lang="en-US" sz="1400" dirty="0"/>
              <a:t>exposes each graph algorithm as a native Python method. It is designed as a companion to the</a:t>
            </a:r>
          </a:p>
          <a:p>
            <a:pPr algn="l"/>
            <a:r>
              <a:rPr lang="en-US" sz="1400" dirty="0" err="1"/>
              <a:t>teradataml</a:t>
            </a:r>
            <a:r>
              <a:rPr lang="en-US" sz="1400" dirty="0"/>
              <a:t> package, which is the official Teradata Python library for in-database analytics, and it</a:t>
            </a:r>
          </a:p>
          <a:p>
            <a:pPr algn="l"/>
            <a:r>
              <a:rPr lang="en-US" sz="1400" dirty="0"/>
              <a:t>follows the same connection model, </a:t>
            </a:r>
            <a:r>
              <a:rPr lang="en-US" sz="1400" dirty="0" err="1"/>
              <a:t>DataFrame</a:t>
            </a:r>
            <a:r>
              <a:rPr lang="en-US" sz="1400" dirty="0"/>
              <a:t> conventions, and API style familiar to </a:t>
            </a:r>
            <a:r>
              <a:rPr lang="en-US" sz="1400" dirty="0" err="1"/>
              <a:t>teradataml</a:t>
            </a:r>
            <a:endParaRPr lang="en-US" sz="1400" dirty="0"/>
          </a:p>
          <a:p>
            <a:pPr algn="l"/>
            <a:r>
              <a:rPr lang="en-US" sz="1400" dirty="0"/>
              <a:t>users.</a:t>
            </a:r>
          </a:p>
        </p:txBody>
      </p:sp>
    </p:spTree>
    <p:extLst>
      <p:ext uri="{BB962C8B-B14F-4D97-AF65-F5344CB8AC3E}">
        <p14:creationId xmlns:p14="http://schemas.microsoft.com/office/powerpoint/2010/main" val="151982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6E21E-DEF6-FE7E-9871-F2CEF0EE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79834-DC54-496A-1E83-2B66FFDF06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In-database Graph Functions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84E952-326E-828B-0C8C-038FF8B6A3A7}"/>
              </a:ext>
            </a:extLst>
          </p:cNvPr>
          <p:cNvSpPr txBox="1"/>
          <p:nvPr/>
        </p:nvSpPr>
        <p:spPr>
          <a:xfrm>
            <a:off x="10986236" y="-35213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182880" tIns="182880" rIns="182880" bIns="18288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B767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C6542468-4AD1-7ABE-D1CA-60E862F18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15" y="495300"/>
            <a:ext cx="11277600" cy="596717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AC5C4D-938D-720A-F0A8-173CC649D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56" y="1045969"/>
            <a:ext cx="4772553" cy="49173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4338272-3A0A-B87C-4F53-3D04126117DB}"/>
              </a:ext>
            </a:extLst>
          </p:cNvPr>
          <p:cNvSpPr/>
          <p:nvPr/>
        </p:nvSpPr>
        <p:spPr>
          <a:xfrm>
            <a:off x="5775850" y="0"/>
            <a:ext cx="641615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>
              <a:spcBef>
                <a:spcPts val="800"/>
              </a:spcBef>
            </a:pPr>
            <a:r>
              <a:rPr lang="en-US" dirty="0">
                <a:solidFill>
                  <a:schemeClr val="tx2"/>
                </a:solidFill>
              </a:rPr>
              <a:t>Interface Layer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SQL Interface: Cliv2, ODBC, JDBC, Restful API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Python Interface: </a:t>
            </a:r>
            <a:r>
              <a:rPr lang="en-US" dirty="0" err="1">
                <a:solidFill>
                  <a:schemeClr val="bg1"/>
                </a:solidFill>
              </a:rPr>
              <a:t>TeradataML</a:t>
            </a:r>
            <a:endParaRPr lang="en-US" dirty="0">
              <a:solidFill>
                <a:schemeClr val="bg1"/>
              </a:solidFill>
            </a:endParaRPr>
          </a:p>
          <a:p>
            <a:pPr algn="l">
              <a:spcBef>
                <a:spcPts val="800"/>
              </a:spcBef>
            </a:pPr>
            <a:r>
              <a:rPr lang="en-US" dirty="0">
                <a:solidFill>
                  <a:schemeClr val="tx2"/>
                </a:solidFill>
              </a:rPr>
              <a:t>Procedure Layer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I/O Parameters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Volatile tables and Output tables creation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Query Orchestration</a:t>
            </a:r>
          </a:p>
          <a:p>
            <a:pPr algn="l">
              <a:spcBef>
                <a:spcPts val="800"/>
              </a:spcBef>
            </a:pPr>
            <a:r>
              <a:rPr lang="en-US" dirty="0">
                <a:solidFill>
                  <a:schemeClr val="tx2"/>
                </a:solidFill>
              </a:rPr>
              <a:t>Execution Layer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Volatile tables for temporary process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Dynamic queries to support flexible input structure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Recursive queries for graph traversal nature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Exception Control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MPP architecture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Workload Management via TASM</a:t>
            </a:r>
          </a:p>
          <a:p>
            <a:pPr algn="l">
              <a:spcBef>
                <a:spcPts val="800"/>
              </a:spcBef>
            </a:pPr>
            <a:r>
              <a:rPr lang="en-US" dirty="0">
                <a:solidFill>
                  <a:schemeClr val="tx2"/>
                </a:solidFill>
              </a:rPr>
              <a:t>Storage Layer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Input: Teradata Perm Table, OTF, NOS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Staging: Volatile Tables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Output: Volatile or Perm Table</a:t>
            </a:r>
          </a:p>
        </p:txBody>
      </p:sp>
    </p:spTree>
    <p:extLst>
      <p:ext uri="{BB962C8B-B14F-4D97-AF65-F5344CB8AC3E}">
        <p14:creationId xmlns:p14="http://schemas.microsoft.com/office/powerpoint/2010/main" val="197525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F62AD-5784-703E-AE13-445349C8A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91886-2CED-7D60-B632-A96F48A477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In-database Graph Functions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6BB21A-D831-F201-37DD-9740667AA47D}"/>
              </a:ext>
            </a:extLst>
          </p:cNvPr>
          <p:cNvSpPr txBox="1"/>
          <p:nvPr/>
        </p:nvSpPr>
        <p:spPr>
          <a:xfrm>
            <a:off x="10986236" y="-35213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182880" tIns="182880" rIns="182880" bIns="18288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B767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7D4DF922-0B88-8181-AB65-A936B39B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15" y="495300"/>
            <a:ext cx="11277600" cy="596717"/>
          </a:xfrm>
        </p:spPr>
        <p:txBody>
          <a:bodyPr/>
          <a:lstStyle/>
          <a:p>
            <a:r>
              <a:rPr lang="en-US" dirty="0"/>
              <a:t>Graph Input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F5C3F8-7428-C09A-F019-0755274AA0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697"/>
          <a:stretch>
            <a:fillRect/>
          </a:stretch>
        </p:blipFill>
        <p:spPr>
          <a:xfrm>
            <a:off x="1578650" y="1092017"/>
            <a:ext cx="8438186" cy="5145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157D96-850B-4C7B-3055-EB209D5D0025}"/>
              </a:ext>
            </a:extLst>
          </p:cNvPr>
          <p:cNvSpPr txBox="1"/>
          <p:nvPr/>
        </p:nvSpPr>
        <p:spPr>
          <a:xfrm>
            <a:off x="1901867" y="4084983"/>
            <a:ext cx="2683678" cy="20000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/>
              <a:t>Direction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Directed: A</a:t>
            </a:r>
            <a:r>
              <a:rPr lang="en-US" sz="1200" dirty="0">
                <a:sym typeface="Wingdings" panose="05000000000000000000" pitchFamily="2" charset="2"/>
              </a:rPr>
              <a:t>B</a:t>
            </a:r>
            <a:endParaRPr lang="en-US" sz="1200" dirty="0"/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Undirected A</a:t>
            </a:r>
            <a:r>
              <a:rPr lang="en-US" sz="1200" dirty="0">
                <a:sym typeface="Wingdings" panose="05000000000000000000" pitchFamily="2" charset="2"/>
              </a:rPr>
              <a:t> B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ym typeface="Wingdings" panose="05000000000000000000" pitchFamily="2" charset="2"/>
              </a:rPr>
              <a:t>Cost/Distance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Weighted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Unweighted</a:t>
            </a:r>
            <a:endParaRPr lang="en-US" sz="1200" dirty="0"/>
          </a:p>
          <a:p>
            <a:pPr algn="l">
              <a:spcAft>
                <a:spcPts val="800"/>
              </a:spcAft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75725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60D27-F756-8D11-D0CD-AD6378A01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B22C2C-7D8D-637C-8B07-69B38E7363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In-database Graph Functions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9F8649-E3B9-E072-5890-B4FF8E752372}"/>
              </a:ext>
            </a:extLst>
          </p:cNvPr>
          <p:cNvSpPr txBox="1"/>
          <p:nvPr/>
        </p:nvSpPr>
        <p:spPr>
          <a:xfrm>
            <a:off x="10986236" y="-35213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182880" tIns="182880" rIns="182880" bIns="18288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B767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6B1B10D8-5B15-247D-9BCB-52E22E57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15" y="495300"/>
            <a:ext cx="11277600" cy="596717"/>
          </a:xfrm>
        </p:spPr>
        <p:txBody>
          <a:bodyPr/>
          <a:lstStyle/>
          <a:p>
            <a:r>
              <a:rPr lang="en-US" b="1" dirty="0"/>
              <a:t>Use Case #1:</a:t>
            </a:r>
            <a:r>
              <a:rPr lang="en-US" dirty="0"/>
              <a:t> Dependency Analysis for Data Lineage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211CFEF-D512-A08B-713E-A216432CA0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F70D4D-227A-030A-6A5B-8F16EB4F5AF5}"/>
              </a:ext>
            </a:extLst>
          </p:cNvPr>
          <p:cNvGrpSpPr/>
          <p:nvPr/>
        </p:nvGrpSpPr>
        <p:grpSpPr>
          <a:xfrm>
            <a:off x="391415" y="1758767"/>
            <a:ext cx="3695860" cy="3898571"/>
            <a:chOff x="391415" y="1092017"/>
            <a:chExt cx="3695860" cy="389857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96F6A64-650F-6E47-4B51-A19EC639D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777" r="33228" b="22093"/>
            <a:stretch>
              <a:fillRect/>
            </a:stretch>
          </p:blipFill>
          <p:spPr>
            <a:xfrm>
              <a:off x="391415" y="1092017"/>
              <a:ext cx="3695860" cy="321574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57DD4EA-5EC3-5392-6025-1801D6891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9813" t="67102" r="3545" b="15415"/>
            <a:stretch>
              <a:fillRect/>
            </a:stretch>
          </p:blipFill>
          <p:spPr>
            <a:xfrm>
              <a:off x="1316567" y="4234950"/>
              <a:ext cx="2021840" cy="755638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CBB914A-DE74-CBFD-4E7F-E2B34C8A010E}"/>
              </a:ext>
            </a:extLst>
          </p:cNvPr>
          <p:cNvSpPr txBox="1"/>
          <p:nvPr/>
        </p:nvSpPr>
        <p:spPr>
          <a:xfrm>
            <a:off x="4196080" y="1118023"/>
            <a:ext cx="7995920" cy="27618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400" b="1" dirty="0"/>
              <a:t>What is it?</a:t>
            </a:r>
          </a:p>
          <a:p>
            <a:r>
              <a:rPr lang="en-US" sz="1400" dirty="0"/>
              <a:t>Dependency Analysis is the process of mapping how data flows from source to destination and tracking which tables, columns, and transformations depend on each other. It answers two critical 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Upstream:</a:t>
            </a:r>
            <a:r>
              <a:rPr lang="en-US" sz="1400" dirty="0"/>
              <a:t> Where did this data come from: tracing back to the source.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Downstream:</a:t>
            </a:r>
            <a:r>
              <a:rPr lang="en-US" sz="1400" dirty="0"/>
              <a:t> What breaks if I change this: tracing forward to all consumers.</a:t>
            </a:r>
          </a:p>
          <a:p>
            <a:endParaRPr lang="en-US" sz="1400" dirty="0"/>
          </a:p>
          <a:p>
            <a:r>
              <a:rPr lang="en-US" sz="1400" b="1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example builds a </a:t>
            </a:r>
            <a:r>
              <a:rPr lang="en-US" sz="1400" b="1" dirty="0"/>
              <a:t>KPI lineage/details graph</a:t>
            </a:r>
            <a:r>
              <a:rPr lang="en-US" sz="1400" dirty="0"/>
              <a:t> starting from Reports that have KPIs whose name starts with </a:t>
            </a:r>
            <a:r>
              <a:rPr lang="en-US" sz="1400" b="1" dirty="0"/>
              <a:t>NFF</a:t>
            </a:r>
            <a:r>
              <a:rPr lang="en-US" sz="1400" dirty="0"/>
              <a:t>, then walks downstream through: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Report → </a:t>
            </a:r>
            <a:r>
              <a:rPr lang="en-US" sz="1400" dirty="0" err="1"/>
              <a:t>BusinessUser</a:t>
            </a:r>
            <a:r>
              <a:rPr lang="en-US" sz="1400" dirty="0"/>
              <a:t> → KPI → View → Table → Pipeline → </a:t>
            </a:r>
            <a:r>
              <a:rPr lang="en-US" sz="1400" dirty="0" err="1"/>
              <a:t>SourceSystem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returns the distinct set of those paths and nodes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sz="1400" dirty="0"/>
          </a:p>
          <a:p>
            <a:pPr>
              <a:spcAft>
                <a:spcPts val="800"/>
              </a:spcAft>
            </a:pP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FA8260-BF85-AE7B-2586-FFF4625CA1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0700" y="3796966"/>
            <a:ext cx="4874410" cy="284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56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3E11E-D3F1-0F89-D15E-BAADC2099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99875-7F67-92ED-1B9E-A2E3A9E440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In-database Graph Functions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2DE36C-369D-0D72-C5B5-F9298D6F6144}"/>
              </a:ext>
            </a:extLst>
          </p:cNvPr>
          <p:cNvSpPr txBox="1"/>
          <p:nvPr/>
        </p:nvSpPr>
        <p:spPr>
          <a:xfrm>
            <a:off x="10986236" y="-35213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182880" tIns="182880" rIns="182880" bIns="18288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B767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DA3DCFD9-C87E-CBB3-9C64-244E8C82B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15" y="495300"/>
            <a:ext cx="11277600" cy="596717"/>
          </a:xfrm>
        </p:spPr>
        <p:txBody>
          <a:bodyPr/>
          <a:lstStyle/>
          <a:p>
            <a:r>
              <a:rPr lang="en-US" b="1" dirty="0"/>
              <a:t>Use Case #2:</a:t>
            </a:r>
            <a:r>
              <a:rPr lang="en-US" dirty="0"/>
              <a:t> Shortest path between 2 movies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E195835-9A58-F8DB-DADB-7A238E262C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3E2194-EA5E-3FF2-2649-B5DC2766D0FB}"/>
              </a:ext>
            </a:extLst>
          </p:cNvPr>
          <p:cNvSpPr txBox="1"/>
          <p:nvPr/>
        </p:nvSpPr>
        <p:spPr>
          <a:xfrm>
            <a:off x="4196080" y="1118023"/>
            <a:ext cx="7995920" cy="27618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400" b="1" dirty="0"/>
              <a:t>What is it?</a:t>
            </a:r>
          </a:p>
          <a:p>
            <a:r>
              <a:rPr lang="en-US" sz="1400" dirty="0"/>
              <a:t>Identify the relationship between 2 movies</a:t>
            </a:r>
          </a:p>
          <a:p>
            <a:endParaRPr lang="en-US" sz="1400" dirty="0"/>
          </a:p>
          <a:p>
            <a:r>
              <a:rPr lang="en-US" sz="1400" b="1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is directed relationship between “Midnight </a:t>
            </a:r>
            <a:r>
              <a:rPr lang="en-US" sz="1400" dirty="0" err="1"/>
              <a:t>Medness</a:t>
            </a:r>
            <a:r>
              <a:rPr lang="en-US" sz="1400" dirty="0"/>
              <a:t>” and “Last of the Mafia”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But that have a relationship form between the actors and the movies</a:t>
            </a:r>
            <a:endParaRPr lang="en-US" dirty="0"/>
          </a:p>
          <a:p>
            <a:endParaRPr lang="en-US" dirty="0"/>
          </a:p>
          <a:p>
            <a:endParaRPr lang="en-US" sz="1400" dirty="0"/>
          </a:p>
          <a:p>
            <a:pPr>
              <a:spcAft>
                <a:spcPts val="800"/>
              </a:spcAft>
            </a:pP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63A42B-05AE-B2AC-8D51-3592853F2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70753"/>
            <a:ext cx="3308350" cy="17132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87FBDC-61D6-F6F6-7A4F-37AD857D1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524" y="4674124"/>
            <a:ext cx="3217031" cy="18601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2A906E-5937-0EB4-FC2D-743081BC5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799" y="2774157"/>
            <a:ext cx="5842561" cy="170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51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ECE89-6E0A-3BC2-9744-09DF094D8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AE9F3-3CB6-3E22-3575-7EDFFA1D9A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In-database Graph Functions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20F149-C060-4807-783F-2B805C7A60AA}"/>
              </a:ext>
            </a:extLst>
          </p:cNvPr>
          <p:cNvSpPr txBox="1"/>
          <p:nvPr/>
        </p:nvSpPr>
        <p:spPr>
          <a:xfrm>
            <a:off x="10986236" y="-35213"/>
            <a:ext cx="0" cy="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lIns="182880" tIns="182880" rIns="182880" bIns="182880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6B767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5CB992A1-507B-7619-C682-27842F60A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415" y="495300"/>
            <a:ext cx="11277600" cy="596717"/>
          </a:xfrm>
        </p:spPr>
        <p:txBody>
          <a:bodyPr/>
          <a:lstStyle/>
          <a:p>
            <a:r>
              <a:rPr lang="en-US" b="1" dirty="0"/>
              <a:t>Use Case #3:</a:t>
            </a:r>
            <a:r>
              <a:rPr lang="en-US" dirty="0"/>
              <a:t> Retail Product Recommendation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566FFF6-3BE5-381B-DEFA-AE3F38E243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2681B-D531-D37A-145B-FD46CA0CC9C5}"/>
              </a:ext>
            </a:extLst>
          </p:cNvPr>
          <p:cNvSpPr txBox="1"/>
          <p:nvPr/>
        </p:nvSpPr>
        <p:spPr>
          <a:xfrm>
            <a:off x="457200" y="1092017"/>
            <a:ext cx="3828244" cy="3282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400" b="1" dirty="0"/>
              <a:t>What is it?</a:t>
            </a:r>
          </a:p>
          <a:p>
            <a:r>
              <a:rPr lang="en-US" sz="1400" dirty="0"/>
              <a:t>Recommend the best products to the customer based on the item(s) added into the shopping basket</a:t>
            </a:r>
          </a:p>
          <a:p>
            <a:endParaRPr lang="en-US" sz="1400" dirty="0"/>
          </a:p>
          <a:p>
            <a:r>
              <a:rPr lang="en-US" sz="1400" b="1" dirty="0"/>
              <a:t>Example: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 products have no direct relationship are added into baskets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Organ Baby Spinach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Strawberry Banana Yogurt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There are no direct connection between 2 products in the historical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Both products have strong connection to Banana</a:t>
            </a:r>
          </a:p>
          <a:p>
            <a:endParaRPr lang="en-US" dirty="0"/>
          </a:p>
          <a:p>
            <a:endParaRPr lang="en-US" sz="1400" dirty="0"/>
          </a:p>
          <a:p>
            <a:pPr>
              <a:spcAft>
                <a:spcPts val="800"/>
              </a:spcAft>
            </a:pP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BAF52A-1CDE-570A-48FF-659B34123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892" y="1550101"/>
            <a:ext cx="6452675" cy="37577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2EF52CA-47EA-685D-9A00-810DC18151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60091"/>
            <a:ext cx="4038610" cy="142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77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431BF-E26D-3CC2-6036-E1B197AAA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DFC5F96-70F3-5953-AC37-BAB97CC64613}"/>
              </a:ext>
            </a:extLst>
          </p:cNvPr>
          <p:cNvSpPr/>
          <p:nvPr/>
        </p:nvSpPr>
        <p:spPr>
          <a:xfrm>
            <a:off x="6096000" y="531218"/>
            <a:ext cx="5257800" cy="334069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/>
          <a:lstStyle/>
          <a:p>
            <a:pPr algn="ctr">
              <a:spcAft>
                <a:spcPts val="800"/>
              </a:spcAft>
            </a:pPr>
            <a:r>
              <a:rPr lang="en-US" b="1">
                <a:solidFill>
                  <a:schemeClr val="tx1"/>
                </a:solidFill>
              </a:rPr>
              <a:t>SKUs Community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26D55A-114C-F9FC-47C9-EDF6D180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9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4268C3-F8E6-85CF-9862-1F3FC7603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430887"/>
          </a:xfrm>
        </p:spPr>
        <p:txBody>
          <a:bodyPr>
            <a:spAutoFit/>
          </a:bodyPr>
          <a:lstStyle/>
          <a:p>
            <a:r>
              <a:rPr lang="en-US"/>
              <a:t>Community Recommendations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51C64-A02C-DE36-1FCE-998D9C39E3C8}"/>
              </a:ext>
            </a:extLst>
          </p:cNvPr>
          <p:cNvSpPr txBox="1"/>
          <p:nvPr/>
        </p:nvSpPr>
        <p:spPr>
          <a:xfrm>
            <a:off x="540327" y="1801784"/>
            <a:ext cx="3520440" cy="448471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b="1"/>
              <a:t>How it work?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Determines which set of products is relevant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Determines which products matter most within that set</a:t>
            </a:r>
          </a:p>
          <a:p>
            <a:pPr algn="l"/>
            <a:endParaRPr lang="en-US"/>
          </a:p>
          <a:p>
            <a:pPr algn="l"/>
            <a:r>
              <a:rPr lang="en-US" b="1"/>
              <a:t>Technique: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Community detection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PageRank</a:t>
            </a:r>
          </a:p>
          <a:p>
            <a:pPr algn="l"/>
            <a:endParaRPr lang="en-US"/>
          </a:p>
          <a:p>
            <a:pPr algn="l"/>
            <a:r>
              <a:rPr lang="en-US" b="1"/>
              <a:t>Why it is better than MBA?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Measures structural importance, not just frequency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92C2C7-3117-2100-73EC-B7815D608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452" y="4459778"/>
            <a:ext cx="7835296" cy="150460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78DAEA-C263-D722-9366-0450E69700F5}"/>
              </a:ext>
            </a:extLst>
          </p:cNvPr>
          <p:cNvSpPr/>
          <p:nvPr/>
        </p:nvSpPr>
        <p:spPr>
          <a:xfrm>
            <a:off x="7985062" y="1852363"/>
            <a:ext cx="1334193" cy="785553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800"/>
              </a:spcAft>
            </a:pPr>
            <a:r>
              <a:rPr lang="en-US" sz="1400">
                <a:solidFill>
                  <a:srgbClr val="FFFF00"/>
                </a:solidFill>
              </a:rPr>
              <a:t>Strawberry Banana Yogurt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0B92D46-402A-A4CA-6CA3-577599E47FE2}"/>
              </a:ext>
            </a:extLst>
          </p:cNvPr>
          <p:cNvSpPr/>
          <p:nvPr/>
        </p:nvSpPr>
        <p:spPr>
          <a:xfrm>
            <a:off x="9480487" y="1016231"/>
            <a:ext cx="1334193" cy="785553"/>
          </a:xfrm>
          <a:prstGeom prst="roundRect">
            <a:avLst/>
          </a:prstGeom>
          <a:solidFill>
            <a:srgbClr val="C4C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spcAft>
                <a:spcPts val="800"/>
              </a:spcAft>
            </a:pPr>
            <a:r>
              <a:rPr lang="en-US" sz="1200">
                <a:solidFill>
                  <a:schemeClr val="tx1"/>
                </a:solidFill>
              </a:rPr>
              <a:t>Strawberry Whole Milk Yogurt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6A3B81-FB5C-9F24-99C3-5C42403E50A1}"/>
              </a:ext>
            </a:extLst>
          </p:cNvPr>
          <p:cNvSpPr/>
          <p:nvPr/>
        </p:nvSpPr>
        <p:spPr>
          <a:xfrm>
            <a:off x="9480487" y="2643447"/>
            <a:ext cx="1334193" cy="785553"/>
          </a:xfrm>
          <a:prstGeom prst="roundRect">
            <a:avLst/>
          </a:prstGeom>
          <a:solidFill>
            <a:srgbClr val="C4C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spcAft>
                <a:spcPts val="800"/>
              </a:spcAft>
            </a:pPr>
            <a:r>
              <a:rPr lang="en-US" sz="1200">
                <a:solidFill>
                  <a:schemeClr val="tx1"/>
                </a:solidFill>
              </a:rPr>
              <a:t>Black Cherry Non-Fat Greek Yogurt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69375E7-BE7B-93A9-5BC8-0EA1E18C75EA}"/>
              </a:ext>
            </a:extLst>
          </p:cNvPr>
          <p:cNvSpPr/>
          <p:nvPr/>
        </p:nvSpPr>
        <p:spPr>
          <a:xfrm>
            <a:off x="6489637" y="1066810"/>
            <a:ext cx="1334193" cy="785553"/>
          </a:xfrm>
          <a:prstGeom prst="roundRect">
            <a:avLst/>
          </a:prstGeom>
          <a:solidFill>
            <a:srgbClr val="C4C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spcAft>
                <a:spcPts val="800"/>
              </a:spcAft>
            </a:pPr>
            <a:r>
              <a:rPr lang="en-US" sz="1200">
                <a:solidFill>
                  <a:schemeClr val="tx1"/>
                </a:solidFill>
              </a:rPr>
              <a:t>0% Fat Black Cherry Greek Yogurt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EF9953C-B71C-6D57-9E8F-F6BDC7C3DD30}"/>
              </a:ext>
            </a:extLst>
          </p:cNvPr>
          <p:cNvSpPr/>
          <p:nvPr/>
        </p:nvSpPr>
        <p:spPr>
          <a:xfrm>
            <a:off x="6489637" y="2738005"/>
            <a:ext cx="1334193" cy="785553"/>
          </a:xfrm>
          <a:prstGeom prst="roundRect">
            <a:avLst/>
          </a:prstGeom>
          <a:solidFill>
            <a:srgbClr val="C4C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>
              <a:spcAft>
                <a:spcPts val="800"/>
              </a:spcAft>
            </a:pPr>
            <a:r>
              <a:rPr lang="en-US" sz="1200">
                <a:solidFill>
                  <a:schemeClr val="tx1"/>
                </a:solidFill>
              </a:rPr>
              <a:t>Greek Yogurt 0% Fat Pineapple</a:t>
            </a:r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BFC1A70F-B7E9-3AAC-0DD4-1FCC1FDEF475}"/>
              </a:ext>
            </a:extLst>
          </p:cNvPr>
          <p:cNvSpPr/>
          <p:nvPr/>
        </p:nvSpPr>
        <p:spPr>
          <a:xfrm rot="18483182">
            <a:off x="7820079" y="1542214"/>
            <a:ext cx="226828" cy="568739"/>
          </a:xfrm>
          <a:prstGeom prst="up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Up-Down 19">
            <a:extLst>
              <a:ext uri="{FF2B5EF4-FFF2-40B4-BE49-F238E27FC236}">
                <a16:creationId xmlns:a16="http://schemas.microsoft.com/office/drawing/2014/main" id="{3990DD07-04E7-E95B-173A-62328B2CAF1C}"/>
              </a:ext>
            </a:extLst>
          </p:cNvPr>
          <p:cNvSpPr/>
          <p:nvPr/>
        </p:nvSpPr>
        <p:spPr>
          <a:xfrm rot="18483182">
            <a:off x="9257411" y="2353545"/>
            <a:ext cx="226828" cy="568739"/>
          </a:xfrm>
          <a:prstGeom prst="up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Up-Down 20">
            <a:extLst>
              <a:ext uri="{FF2B5EF4-FFF2-40B4-BE49-F238E27FC236}">
                <a16:creationId xmlns:a16="http://schemas.microsoft.com/office/drawing/2014/main" id="{EFA841F0-6BE0-03D1-D540-F3A533D9392C}"/>
              </a:ext>
            </a:extLst>
          </p:cNvPr>
          <p:cNvSpPr/>
          <p:nvPr/>
        </p:nvSpPr>
        <p:spPr>
          <a:xfrm rot="2799596">
            <a:off x="9286457" y="1523531"/>
            <a:ext cx="226828" cy="568739"/>
          </a:xfrm>
          <a:prstGeom prst="up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Up-Down 21">
            <a:extLst>
              <a:ext uri="{FF2B5EF4-FFF2-40B4-BE49-F238E27FC236}">
                <a16:creationId xmlns:a16="http://schemas.microsoft.com/office/drawing/2014/main" id="{A62BB14D-D67D-4EC0-C185-9DA587BED35E}"/>
              </a:ext>
            </a:extLst>
          </p:cNvPr>
          <p:cNvSpPr/>
          <p:nvPr/>
        </p:nvSpPr>
        <p:spPr>
          <a:xfrm rot="2799596">
            <a:off x="7827595" y="2353545"/>
            <a:ext cx="226828" cy="568739"/>
          </a:xfrm>
          <a:prstGeom prst="upDown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919B0C5-3D55-041F-64CF-1096B0B89FC7}"/>
              </a:ext>
            </a:extLst>
          </p:cNvPr>
          <p:cNvSpPr txBox="1">
            <a:spLocks/>
          </p:cNvSpPr>
          <p:nvPr/>
        </p:nvSpPr>
        <p:spPr>
          <a:xfrm>
            <a:off x="609600" y="419100"/>
            <a:ext cx="11277600" cy="228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1148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84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In-database Graph 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737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916D0-196B-1C33-1353-D2A5FB1F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DFF131-B83A-4C1F-9EBD-2905A380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94DF3-8C69-580C-459D-BEDBE2C4FA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302617"/>
            <a:ext cx="11277600" cy="228600"/>
          </a:xfrm>
        </p:spPr>
        <p:txBody>
          <a:bodyPr/>
          <a:lstStyle/>
          <a:p>
            <a:r>
              <a:rPr lang="en-US"/>
              <a:t>Graph Engines for Personalization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8E3E34-A3A3-D4B6-29C9-8C323145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430887"/>
          </a:xfrm>
        </p:spPr>
        <p:txBody>
          <a:bodyPr>
            <a:spAutoFit/>
          </a:bodyPr>
          <a:lstStyle/>
          <a:p>
            <a:r>
              <a:rPr lang="en-US"/>
              <a:t>Graph Package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5273F5-41C7-CA60-6D89-59A5EDC18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88" y="1895157"/>
            <a:ext cx="3844661" cy="3296142"/>
          </a:xfrm>
          <a:prstGeom prst="rect">
            <a:avLst/>
          </a:prstGeom>
        </p:spPr>
      </p:pic>
      <p:sp>
        <p:nvSpPr>
          <p:cNvPr id="8" name="TextBox 7">
            <a:hlinkClick r:id="rId4"/>
            <a:extLst>
              <a:ext uri="{FF2B5EF4-FFF2-40B4-BE49-F238E27FC236}">
                <a16:creationId xmlns:a16="http://schemas.microsoft.com/office/drawing/2014/main" id="{CEDFABAC-03A9-106A-2201-84FF09A30D58}"/>
              </a:ext>
            </a:extLst>
          </p:cNvPr>
          <p:cNvSpPr txBox="1"/>
          <p:nvPr/>
        </p:nvSpPr>
        <p:spPr>
          <a:xfrm>
            <a:off x="743988" y="1546446"/>
            <a:ext cx="4089862" cy="2618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/>
              <a:t>Python Package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52189E-8DA0-F35E-316D-2812AFE96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3409" y="1957070"/>
            <a:ext cx="2686397" cy="3826162"/>
          </a:xfrm>
          <a:prstGeom prst="rect">
            <a:avLst/>
          </a:prstGeom>
        </p:spPr>
      </p:pic>
      <p:sp>
        <p:nvSpPr>
          <p:cNvPr id="11" name="TextBox 10">
            <a:hlinkClick r:id="rId6"/>
            <a:extLst>
              <a:ext uri="{FF2B5EF4-FFF2-40B4-BE49-F238E27FC236}">
                <a16:creationId xmlns:a16="http://schemas.microsoft.com/office/drawing/2014/main" id="{5579A2A5-6BCD-7344-3855-6626ECA78819}"/>
              </a:ext>
            </a:extLst>
          </p:cNvPr>
          <p:cNvSpPr txBox="1"/>
          <p:nvPr/>
        </p:nvSpPr>
        <p:spPr>
          <a:xfrm>
            <a:off x="5178829" y="1612669"/>
            <a:ext cx="2179323" cy="2824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/>
              <a:t>Document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839D3F-E081-056E-C07E-E6DB7FE96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3848" y="2031379"/>
            <a:ext cx="3772352" cy="1448363"/>
          </a:xfrm>
          <a:prstGeom prst="rect">
            <a:avLst/>
          </a:prstGeom>
        </p:spPr>
      </p:pic>
      <p:sp>
        <p:nvSpPr>
          <p:cNvPr id="9" name="TextBox 8">
            <a:hlinkClick r:id="rId6"/>
            <a:extLst>
              <a:ext uri="{FF2B5EF4-FFF2-40B4-BE49-F238E27FC236}">
                <a16:creationId xmlns:a16="http://schemas.microsoft.com/office/drawing/2014/main" id="{F8DF7B1A-083B-5392-3244-74E2EDBF188F}"/>
              </a:ext>
            </a:extLst>
          </p:cNvPr>
          <p:cNvSpPr txBox="1"/>
          <p:nvPr/>
        </p:nvSpPr>
        <p:spPr>
          <a:xfrm>
            <a:off x="7703131" y="1612669"/>
            <a:ext cx="2179323" cy="2824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>
                <a:hlinkClick r:id="rId8"/>
              </a:rPr>
              <a:t>Demo</a:t>
            </a:r>
            <a:r>
              <a:rPr lang="en-US"/>
              <a:t> Notebooks</a:t>
            </a:r>
          </a:p>
        </p:txBody>
      </p:sp>
    </p:spTree>
    <p:extLst>
      <p:ext uri="{BB962C8B-B14F-4D97-AF65-F5344CB8AC3E}">
        <p14:creationId xmlns:p14="http://schemas.microsoft.com/office/powerpoint/2010/main" val="400178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7_Teradata">
  <a:themeElements>
    <a:clrScheme name="Teradata">
      <a:dk1>
        <a:srgbClr val="00233C"/>
      </a:dk1>
      <a:lt1>
        <a:srgbClr val="FFFFFF"/>
      </a:lt1>
      <a:dk2>
        <a:srgbClr val="FF5F02"/>
      </a:dk2>
      <a:lt2>
        <a:srgbClr val="CCD3D8"/>
      </a:lt2>
      <a:accent1>
        <a:srgbClr val="3053F3"/>
      </a:accent1>
      <a:accent2>
        <a:srgbClr val="667B8A"/>
      </a:accent2>
      <a:accent3>
        <a:srgbClr val="C3B7F1"/>
      </a:accent3>
      <a:accent4>
        <a:srgbClr val="99A7B1"/>
      </a:accent4>
      <a:accent5>
        <a:srgbClr val="04CE7E"/>
      </a:accent5>
      <a:accent6>
        <a:srgbClr val="334F63"/>
      </a:accent6>
      <a:hlink>
        <a:srgbClr val="00233C"/>
      </a:hlink>
      <a:folHlink>
        <a:srgbClr val="00233C"/>
      </a:folHlink>
    </a:clrScheme>
    <a:fontScheme name="Teradata revised">
      <a:majorFont>
        <a:latin typeface="Inter Ligh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/>
      <a:lstStyle>
        <a:defPPr algn="l">
          <a:spcAft>
            <a:spcPts val="800"/>
          </a:spcAft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800"/>
          </a:spcAft>
          <a:defRPr/>
        </a:defPPr>
      </a:lstStyle>
    </a:txDef>
  </a:objectDefaults>
  <a:extraClrSchemeLst/>
  <a:custClrLst>
    <a:custClr name="383838">
      <a:srgbClr val="383838"/>
    </a:custClr>
    <a:custClr name="565656">
      <a:srgbClr val="565656"/>
    </a:custClr>
    <a:custClr name="6c6c6c">
      <a:srgbClr val="6C6C6C"/>
    </a:custClr>
    <a:custClr name="888888">
      <a:srgbClr val="888888"/>
    </a:custClr>
    <a:custClr name="a6a6a6">
      <a:srgbClr val="A6A6A6"/>
    </a:custClr>
    <a:custClr name="c4c4c4">
      <a:srgbClr val="C4C4C4"/>
    </a:custClr>
    <a:custClr name="e1e1e1">
      <a:srgbClr val="E1E1E1"/>
    </a:custClr>
    <a:custClr name="f3f3f3">
      <a:srgbClr val="F3F3F3"/>
    </a:custClr>
  </a:custClrLst>
  <a:extLst>
    <a:ext uri="{05A4C25C-085E-4340-85A3-A5531E510DB2}">
      <thm15:themeFamily xmlns:thm15="http://schemas.microsoft.com/office/thememl/2012/main" name="[Updated 2025] Teradata Branded PowerPoint Template - Internal" id="{972B2372-D102-9D45-A14F-4A42EA51DB4F}" vid="{DC76793B-BB85-A24B-A815-4AB3ECFAFB12}"/>
    </a:ext>
  </a:extLst>
</a:theme>
</file>

<file path=ppt/theme/theme2.xml><?xml version="1.0" encoding="utf-8"?>
<a:theme xmlns:a="http://schemas.openxmlformats.org/drawingml/2006/main" name="TD Official 2023">
  <a:themeElements>
    <a:clrScheme name="Teradata">
      <a:dk1>
        <a:srgbClr val="00233C"/>
      </a:dk1>
      <a:lt1>
        <a:srgbClr val="FFFFFF"/>
      </a:lt1>
      <a:dk2>
        <a:srgbClr val="FF5F02"/>
      </a:dk2>
      <a:lt2>
        <a:srgbClr val="CCD3D8"/>
      </a:lt2>
      <a:accent1>
        <a:srgbClr val="3053F3"/>
      </a:accent1>
      <a:accent2>
        <a:srgbClr val="667B8A"/>
      </a:accent2>
      <a:accent3>
        <a:srgbClr val="C3B7F1"/>
      </a:accent3>
      <a:accent4>
        <a:srgbClr val="99A7B1"/>
      </a:accent4>
      <a:accent5>
        <a:srgbClr val="04CE7E"/>
      </a:accent5>
      <a:accent6>
        <a:srgbClr val="334F63"/>
      </a:accent6>
      <a:hlink>
        <a:srgbClr val="00233C"/>
      </a:hlink>
      <a:folHlink>
        <a:srgbClr val="00233C"/>
      </a:folHlink>
    </a:clrScheme>
    <a:fontScheme name="Teradata revised">
      <a:majorFont>
        <a:latin typeface="Inter Ligh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/>
      <a:lstStyle>
        <a:defPPr algn="l">
          <a:spcAft>
            <a:spcPts val="800"/>
          </a:spcAft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800"/>
          </a:spcAft>
          <a:defRPr/>
        </a:defPPr>
      </a:lstStyle>
    </a:txDef>
  </a:objectDefaults>
  <a:extraClrSchemeLst/>
  <a:custClrLst>
    <a:custClr name="383838">
      <a:srgbClr val="383838"/>
    </a:custClr>
    <a:custClr name="565656">
      <a:srgbClr val="565656"/>
    </a:custClr>
    <a:custClr name="6c6c6c">
      <a:srgbClr val="6C6C6C"/>
    </a:custClr>
    <a:custClr name="888888">
      <a:srgbClr val="888888"/>
    </a:custClr>
    <a:custClr name="a6a6a6">
      <a:srgbClr val="A6A6A6"/>
    </a:custClr>
    <a:custClr name="c4c4c4">
      <a:srgbClr val="C4C4C4"/>
    </a:custClr>
    <a:custClr name="e1e1e1">
      <a:srgbClr val="E1E1E1"/>
    </a:custClr>
    <a:custClr name="f3f3f3">
      <a:srgbClr val="F3F3F3"/>
    </a:custClr>
  </a:custClrLst>
  <a:extLst>
    <a:ext uri="{05A4C25C-085E-4340-85A3-A5531E510DB2}">
      <thm15:themeFamily xmlns:thm15="http://schemas.microsoft.com/office/thememl/2012/main" name="[Updated 2025] Teradata Branded PowerPoint Template - Internal" id="{972B2372-D102-9D45-A14F-4A42EA51DB4F}" vid="{4C41E51E-894E-CB4A-BA47-07957D0E44D8}"/>
    </a:ext>
  </a:extLst>
</a:theme>
</file>

<file path=ppt/theme/theme3.xml><?xml version="1.0" encoding="utf-8"?>
<a:theme xmlns:a="http://schemas.openxmlformats.org/drawingml/2006/main" name="2_Teradata">
  <a:themeElements>
    <a:clrScheme name="Teradata">
      <a:dk1>
        <a:srgbClr val="00233C"/>
      </a:dk1>
      <a:lt1>
        <a:srgbClr val="FFFFFF"/>
      </a:lt1>
      <a:dk2>
        <a:srgbClr val="FF5F02"/>
      </a:dk2>
      <a:lt2>
        <a:srgbClr val="CCD3D8"/>
      </a:lt2>
      <a:accent1>
        <a:srgbClr val="3053F3"/>
      </a:accent1>
      <a:accent2>
        <a:srgbClr val="667B8A"/>
      </a:accent2>
      <a:accent3>
        <a:srgbClr val="C3B7F1"/>
      </a:accent3>
      <a:accent4>
        <a:srgbClr val="99A7B1"/>
      </a:accent4>
      <a:accent5>
        <a:srgbClr val="04CE7E"/>
      </a:accent5>
      <a:accent6>
        <a:srgbClr val="334F63"/>
      </a:accent6>
      <a:hlink>
        <a:srgbClr val="00233C"/>
      </a:hlink>
      <a:folHlink>
        <a:srgbClr val="00233C"/>
      </a:folHlink>
    </a:clrScheme>
    <a:fontScheme name="Teradata revised">
      <a:majorFont>
        <a:latin typeface="Inter Ligh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/>
      <a:lstStyle>
        <a:defPPr algn="l">
          <a:spcAft>
            <a:spcPts val="800"/>
          </a:spcAft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800"/>
          </a:spcAft>
          <a:defRPr/>
        </a:defPPr>
      </a:lstStyle>
    </a:txDef>
  </a:objectDefaults>
  <a:extraClrSchemeLst/>
  <a:custClrLst>
    <a:custClr name="383838">
      <a:srgbClr val="383838"/>
    </a:custClr>
    <a:custClr name="565656">
      <a:srgbClr val="565656"/>
    </a:custClr>
    <a:custClr name="6c6c6c">
      <a:srgbClr val="6C6C6C"/>
    </a:custClr>
    <a:custClr name="888888">
      <a:srgbClr val="888888"/>
    </a:custClr>
    <a:custClr name="a6a6a6">
      <a:srgbClr val="A6A6A6"/>
    </a:custClr>
    <a:custClr name="c4c4c4">
      <a:srgbClr val="C4C4C4"/>
    </a:custClr>
    <a:custClr name="e1e1e1">
      <a:srgbClr val="E1E1E1"/>
    </a:custClr>
    <a:custClr name="f3f3f3">
      <a:srgbClr val="F3F3F3"/>
    </a:custClr>
  </a:custClrLst>
  <a:extLst>
    <a:ext uri="{05A4C25C-085E-4340-85A3-A5531E510DB2}">
      <thm15:themeFamily xmlns:thm15="http://schemas.microsoft.com/office/thememl/2012/main" name="ter_ppt_template_230801.potx" id="{68641B98-514F-1D41-8D6D-B3CE0A1E7DF3}" vid="{E11A36CB-027A-6941-85E2-1427F539000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3A798FD80A7B4693B01B9693F2287E" ma:contentTypeVersion="19" ma:contentTypeDescription="Create a new document." ma:contentTypeScope="" ma:versionID="81c3693849d2648ebee237066b92266b">
  <xsd:schema xmlns:xsd="http://www.w3.org/2001/XMLSchema" xmlns:xs="http://www.w3.org/2001/XMLSchema" xmlns:p="http://schemas.microsoft.com/office/2006/metadata/properties" xmlns:ns2="4833458a-5755-466a-8fe4-d4eb612a39bd" xmlns:ns3="4ef44993-8bfa-42b8-9428-345cd72c9554" xmlns:ns4="707ed007-bde5-4f7e-b6c8-32e92125dd13" targetNamespace="http://schemas.microsoft.com/office/2006/metadata/properties" ma:root="true" ma:fieldsID="dfb215dcdcdf49cb41d3ce936b434d38" ns2:_="" ns3:_="" ns4:_="">
    <xsd:import namespace="4833458a-5755-466a-8fe4-d4eb612a39bd"/>
    <xsd:import namespace="4ef44993-8bfa-42b8-9428-345cd72c9554"/>
    <xsd:import namespace="707ed007-bde5-4f7e-b6c8-32e92125dd1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33458a-5755-466a-8fe4-d4eb612a39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b7e52fc-ed11-48d2-9965-243eb72644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f44993-8bfa-42b8-9428-345cd72c955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7ed007-bde5-4f7e-b6c8-32e92125dd13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98a1c255-7c34-4339-940c-6d6e56a53e3b}" ma:internalName="TaxCatchAll" ma:showField="CatchAllData" ma:web="4ef44993-8bfa-42b8-9428-345cd72c95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833458a-5755-466a-8fe4-d4eb612a39bd">
      <Terms xmlns="http://schemas.microsoft.com/office/infopath/2007/PartnerControls"/>
    </lcf76f155ced4ddcb4097134ff3c332f>
    <TaxCatchAll xmlns="707ed007-bde5-4f7e-b6c8-32e92125dd13" xsi:nil="true"/>
  </documentManagement>
</p:properties>
</file>

<file path=customXml/itemProps1.xml><?xml version="1.0" encoding="utf-8"?>
<ds:datastoreItem xmlns:ds="http://schemas.openxmlformats.org/officeDocument/2006/customXml" ds:itemID="{3B10D133-3353-46F1-A081-FBA033FB5417}">
  <ds:schemaRefs>
    <ds:schemaRef ds:uri="4833458a-5755-466a-8fe4-d4eb612a39bd"/>
    <ds:schemaRef ds:uri="4ef44993-8bfa-42b8-9428-345cd72c9554"/>
    <ds:schemaRef ds:uri="707ed007-bde5-4f7e-b6c8-32e92125dd1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A9779A5-E70D-4CCC-9CCA-875DBD60A9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1D1BF5-5045-4D53-8B34-84AE529553C4}">
  <ds:schemaRefs>
    <ds:schemaRef ds:uri="http://www.w3.org/XML/1998/namespace"/>
    <ds:schemaRef ds:uri="4833458a-5755-466a-8fe4-d4eb612a39bd"/>
    <ds:schemaRef ds:uri="707ed007-bde5-4f7e-b6c8-32e92125dd13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4ef44993-8bfa-42b8-9428-345cd72c9554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Teradata Branded PowerPoint Template - Internal - MD002743 (15)</Template>
  <TotalTime>102</TotalTime>
  <Words>890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Wingdings</vt:lpstr>
      <vt:lpstr>Calibri</vt:lpstr>
      <vt:lpstr>Inter Light</vt:lpstr>
      <vt:lpstr>Arial</vt:lpstr>
      <vt:lpstr>Inter SemiBold</vt:lpstr>
      <vt:lpstr>Inter</vt:lpstr>
      <vt:lpstr>Aptos</vt:lpstr>
      <vt:lpstr>Inter Italic</vt:lpstr>
      <vt:lpstr>7_Teradata</vt:lpstr>
      <vt:lpstr>TD Official 2023</vt:lpstr>
      <vt:lpstr>2_Teradata</vt:lpstr>
      <vt:lpstr>think-cell Slide</vt:lpstr>
      <vt:lpstr>Teradata In-database Graph Functions</vt:lpstr>
      <vt:lpstr>Executive Summary</vt:lpstr>
      <vt:lpstr>Introduction</vt:lpstr>
      <vt:lpstr>Architecture</vt:lpstr>
      <vt:lpstr>Graph Input</vt:lpstr>
      <vt:lpstr>Use Case #1: Dependency Analysis for Data Lineage</vt:lpstr>
      <vt:lpstr>Use Case #2: Shortest path between 2 movies</vt:lpstr>
      <vt:lpstr>Use Case #3: Retail Product Recommendation</vt:lpstr>
      <vt:lpstr>Community Recommendations</vt:lpstr>
      <vt:lpstr>Graph Package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Gornick, Kelly</dc:creator>
  <cp:lastModifiedBy>Chan, David TY</cp:lastModifiedBy>
  <cp:revision>6</cp:revision>
  <dcterms:created xsi:type="dcterms:W3CDTF">2025-11-25T20:23:34Z</dcterms:created>
  <dcterms:modified xsi:type="dcterms:W3CDTF">2026-04-29T19:26:17Z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0x010100373A798FD80A7B4693B01B9693F2287E</vt:lpwstr>
  </property>
</Properties>
</file>